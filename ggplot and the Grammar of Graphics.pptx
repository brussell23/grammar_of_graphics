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19"/>
  </p:notesMasterIdLst>
  <p:sldIdLst>
    <p:sldId id="256" r:id="rId5"/>
    <p:sldId id="266" r:id="rId6"/>
    <p:sldId id="267" r:id="rId7"/>
    <p:sldId id="268" r:id="rId8"/>
    <p:sldId id="269" r:id="rId9"/>
    <p:sldId id="270" r:id="rId10"/>
    <p:sldId id="257" r:id="rId11"/>
    <p:sldId id="263" r:id="rId12"/>
    <p:sldId id="258" r:id="rId13"/>
    <p:sldId id="260" r:id="rId14"/>
    <p:sldId id="262" r:id="rId15"/>
    <p:sldId id="264" r:id="rId16"/>
    <p:sldId id="265" r:id="rId17"/>
    <p:sldId id="271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Olsby, Tamala" initials="OT" lastIdx="8" clrIdx="6">
    <p:extLst>
      <p:ext uri="{19B8F6BF-5375-455C-9EA6-DF929625EA0E}">
        <p15:presenceInfo xmlns:p15="http://schemas.microsoft.com/office/powerpoint/2012/main" userId="S::tamala.olsby@tea.texas.gov::a84de1f1-a47f-4d44-a58e-b9939577c408" providerId="AD"/>
      </p:ext>
    </p:extLst>
  </p:cmAuthor>
  <p:cmAuthor id="1" name="Valerie Johnson" initials="VJ" lastIdx="54" clrIdx="0">
    <p:extLst>
      <p:ext uri="{19B8F6BF-5375-455C-9EA6-DF929625EA0E}">
        <p15:presenceInfo xmlns:p15="http://schemas.microsoft.com/office/powerpoint/2012/main" userId="S::Valerie.Johnson@tea.texas.gov::490a5a29-8f2f-456e-9cdb-4390e5a8afd9" providerId="AD"/>
      </p:ext>
    </p:extLst>
  </p:cmAuthor>
  <p:cmAuthor id="8" name="Lewis, Elisa" initials="LE" lastIdx="1" clrIdx="7">
    <p:extLst>
      <p:ext uri="{19B8F6BF-5375-455C-9EA6-DF929625EA0E}">
        <p15:presenceInfo xmlns:p15="http://schemas.microsoft.com/office/powerpoint/2012/main" userId="S::elisa.lewis@tea.texas.gov::7b471801-2430-4a36-b48f-2b2defa21fe2" providerId="AD"/>
      </p:ext>
    </p:extLst>
  </p:cmAuthor>
  <p:cmAuthor id="2" name="Torbey, Kendrick" initials="TK" lastIdx="6" clrIdx="1">
    <p:extLst>
      <p:ext uri="{19B8F6BF-5375-455C-9EA6-DF929625EA0E}">
        <p15:presenceInfo xmlns:p15="http://schemas.microsoft.com/office/powerpoint/2012/main" userId="S::kendrick.torbey@tea.texas.gov::8686e7aa-d6cc-4e78-a38e-e3d4531e7a71" providerId="AD"/>
      </p:ext>
    </p:extLst>
  </p:cmAuthor>
  <p:cmAuthor id="9" name="Kirsh, Paxton" initials="KP" lastIdx="6" clrIdx="8">
    <p:extLst>
      <p:ext uri="{19B8F6BF-5375-455C-9EA6-DF929625EA0E}">
        <p15:presenceInfo xmlns:p15="http://schemas.microsoft.com/office/powerpoint/2012/main" userId="S::paxton.kirsh@tea.texas.gov::b9fe36cf-f9ef-448b-9a93-89a52455a0fc" providerId="AD"/>
      </p:ext>
    </p:extLst>
  </p:cmAuthor>
  <p:cmAuthor id="3" name="Moyer, Dana" initials="MD" lastIdx="19" clrIdx="2">
    <p:extLst>
      <p:ext uri="{19B8F6BF-5375-455C-9EA6-DF929625EA0E}">
        <p15:presenceInfo xmlns:p15="http://schemas.microsoft.com/office/powerpoint/2012/main" userId="S::Dana.Moyer@tea.texas.gov::96c019a2-e774-4d18-aab4-09ed9b7cf355" providerId="AD"/>
      </p:ext>
    </p:extLst>
  </p:cmAuthor>
  <p:cmAuthor id="10" name="Leeann K. Davidson" initials="LKD" lastIdx="1" clrIdx="9">
    <p:extLst>
      <p:ext uri="{19B8F6BF-5375-455C-9EA6-DF929625EA0E}">
        <p15:presenceInfo xmlns:p15="http://schemas.microsoft.com/office/powerpoint/2012/main" userId="S::leeann.kerst@tntp.org::1ef536c8-5fae-4621-a057-19842325cfea" providerId="AD"/>
      </p:ext>
    </p:extLst>
  </p:cmAuthor>
  <p:cmAuthor id="4" name="Patton, Leslie" initials="PL" lastIdx="23" clrIdx="3">
    <p:extLst>
      <p:ext uri="{19B8F6BF-5375-455C-9EA6-DF929625EA0E}">
        <p15:presenceInfo xmlns:p15="http://schemas.microsoft.com/office/powerpoint/2012/main" userId="S::leslie.patton@tea.texas.gov::91508335-656e-4a28-82ff-90c3541a3cd2" providerId="AD"/>
      </p:ext>
    </p:extLst>
  </p:cmAuthor>
  <p:cmAuthor id="5" name="Patterson, Amanda" initials="PA" lastIdx="4" clrIdx="4">
    <p:extLst>
      <p:ext uri="{19B8F6BF-5375-455C-9EA6-DF929625EA0E}">
        <p15:presenceInfo xmlns:p15="http://schemas.microsoft.com/office/powerpoint/2012/main" userId="S::amanda.patterson@tea.texas.gov::c68c6c45-2a41-4586-8975-71f234fda8a0" providerId="AD"/>
      </p:ext>
    </p:extLst>
  </p:cmAuthor>
  <p:cmAuthor id="6" name="Howry, Allison" initials="HA" lastIdx="4" clrIdx="5">
    <p:extLst>
      <p:ext uri="{19B8F6BF-5375-455C-9EA6-DF929625EA0E}">
        <p15:presenceInfo xmlns:p15="http://schemas.microsoft.com/office/powerpoint/2012/main" userId="S::allison.howry@tea.texas.gov::efc20d46-17aa-4f1e-921d-50386f9e44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6CB9"/>
    <a:srgbClr val="ECAF33"/>
    <a:srgbClr val="704280"/>
    <a:srgbClr val="FFFF00"/>
    <a:srgbClr val="F16038"/>
    <a:srgbClr val="008482"/>
    <a:srgbClr val="0A518B"/>
    <a:srgbClr val="D93C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D0A21-B60C-4C83-BEEE-618EB3FB92CB}" v="277" dt="2025-12-30T21:24:11.0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ell, Brittany" userId="cb15f705-d373-4cb5-ba99-29bd5142b341" providerId="ADAL" clId="{373FFD21-6881-4AE2-914D-683D04AB4F94}"/>
    <pc:docChg chg="undo custSel addSld delSld modSld sldOrd">
      <pc:chgData name="Russell, Brittany" userId="cb15f705-d373-4cb5-ba99-29bd5142b341" providerId="ADAL" clId="{373FFD21-6881-4AE2-914D-683D04AB4F94}" dt="2025-12-31T00:49:59.352" v="10216" actId="478"/>
      <pc:docMkLst>
        <pc:docMk/>
      </pc:docMkLst>
      <pc:sldChg chg="addSp delSp modSp mod">
        <pc:chgData name="Russell, Brittany" userId="cb15f705-d373-4cb5-ba99-29bd5142b341" providerId="ADAL" clId="{373FFD21-6881-4AE2-914D-683D04AB4F94}" dt="2025-12-05T23:08:28.607" v="1089"/>
        <pc:sldMkLst>
          <pc:docMk/>
          <pc:sldMk cId="4082113599" sldId="256"/>
        </pc:sldMkLst>
        <pc:spChg chg="mod">
          <ac:chgData name="Russell, Brittany" userId="cb15f705-d373-4cb5-ba99-29bd5142b341" providerId="ADAL" clId="{373FFD21-6881-4AE2-914D-683D04AB4F94}" dt="2025-12-05T23:08:28.553" v="1065" actId="948"/>
          <ac:spMkLst>
            <pc:docMk/>
            <pc:sldMk cId="4082113599" sldId="256"/>
            <ac:spMk id="2" creationId="{5567EBBF-7EBE-7DC2-DE09-BF873B78310A}"/>
          </ac:spMkLst>
        </pc:spChg>
        <pc:graphicFrameChg chg="mod">
          <ac:chgData name="Russell, Brittany" userId="cb15f705-d373-4cb5-ba99-29bd5142b341" providerId="ADAL" clId="{373FFD21-6881-4AE2-914D-683D04AB4F94}" dt="2025-12-05T23:08:28.607" v="1089"/>
          <ac:graphicFrameMkLst>
            <pc:docMk/>
            <pc:sldMk cId="4082113599" sldId="256"/>
            <ac:graphicFrameMk id="3" creationId="{4D369280-2BFD-64A7-FAA7-127EFE40D431}"/>
          </ac:graphicFrameMkLst>
        </pc:graphicFrameChg>
      </pc:sldChg>
      <pc:sldChg chg="modSp mod">
        <pc:chgData name="Russell, Brittany" userId="cb15f705-d373-4cb5-ba99-29bd5142b341" providerId="ADAL" clId="{373FFD21-6881-4AE2-914D-683D04AB4F94}" dt="2025-12-05T23:09:40.593" v="1123" actId="20577"/>
        <pc:sldMkLst>
          <pc:docMk/>
          <pc:sldMk cId="2049715468" sldId="257"/>
        </pc:sldMkLst>
        <pc:spChg chg="mod">
          <ac:chgData name="Russell, Brittany" userId="cb15f705-d373-4cb5-ba99-29bd5142b341" providerId="ADAL" clId="{373FFD21-6881-4AE2-914D-683D04AB4F94}" dt="2025-12-05T23:09:40.593" v="1123" actId="20577"/>
          <ac:spMkLst>
            <pc:docMk/>
            <pc:sldMk cId="2049715468" sldId="257"/>
            <ac:spMk id="4" creationId="{0C3C21A2-85DE-0FC1-BC6E-EB8F51807180}"/>
          </ac:spMkLst>
        </pc:spChg>
      </pc:sldChg>
      <pc:sldChg chg="del mod modShow">
        <pc:chgData name="Russell, Brittany" userId="cb15f705-d373-4cb5-ba99-29bd5142b341" providerId="ADAL" clId="{373FFD21-6881-4AE2-914D-683D04AB4F94}" dt="2025-12-30T21:04:22.566" v="5846" actId="2696"/>
        <pc:sldMkLst>
          <pc:docMk/>
          <pc:sldMk cId="3279142703" sldId="259"/>
        </pc:sldMkLst>
      </pc:sldChg>
      <pc:sldChg chg="addSp delSp modSp mod">
        <pc:chgData name="Russell, Brittany" userId="cb15f705-d373-4cb5-ba99-29bd5142b341" providerId="ADAL" clId="{373FFD21-6881-4AE2-914D-683D04AB4F94}" dt="2025-12-05T23:29:22.996" v="3610"/>
        <pc:sldMkLst>
          <pc:docMk/>
          <pc:sldMk cId="2625623342" sldId="260"/>
        </pc:sldMkLst>
        <pc:spChg chg="mod">
          <ac:chgData name="Russell, Brittany" userId="cb15f705-d373-4cb5-ba99-29bd5142b341" providerId="ADAL" clId="{373FFD21-6881-4AE2-914D-683D04AB4F94}" dt="2025-12-05T23:29:22.941" v="3586" actId="948"/>
          <ac:spMkLst>
            <pc:docMk/>
            <pc:sldMk cId="2625623342" sldId="260"/>
            <ac:spMk id="2" creationId="{41028BF5-1FF8-95C2-EFE5-382469171F8D}"/>
          </ac:spMkLst>
        </pc:spChg>
        <pc:spChg chg="mod">
          <ac:chgData name="Russell, Brittany" userId="cb15f705-d373-4cb5-ba99-29bd5142b341" providerId="ADAL" clId="{373FFD21-6881-4AE2-914D-683D04AB4F94}" dt="2025-12-05T23:23:17.051" v="2379" actId="1076"/>
          <ac:spMkLst>
            <pc:docMk/>
            <pc:sldMk cId="2625623342" sldId="260"/>
            <ac:spMk id="17" creationId="{8BB070BD-C755-18C2-C6E7-4A490F90B750}"/>
          </ac:spMkLst>
        </pc:spChg>
        <pc:spChg chg="mod">
          <ac:chgData name="Russell, Brittany" userId="cb15f705-d373-4cb5-ba99-29bd5142b341" providerId="ADAL" clId="{373FFD21-6881-4AE2-914D-683D04AB4F94}" dt="2025-12-05T23:23:17.051" v="2379" actId="1076"/>
          <ac:spMkLst>
            <pc:docMk/>
            <pc:sldMk cId="2625623342" sldId="260"/>
            <ac:spMk id="18" creationId="{58D68528-1F25-CDDE-13DC-00C2028EAA5A}"/>
          </ac:spMkLst>
        </pc:spChg>
        <pc:spChg chg="mod">
          <ac:chgData name="Russell, Brittany" userId="cb15f705-d373-4cb5-ba99-29bd5142b341" providerId="ADAL" clId="{373FFD21-6881-4AE2-914D-683D04AB4F94}" dt="2025-12-05T23:23:17.051" v="2379" actId="1076"/>
          <ac:spMkLst>
            <pc:docMk/>
            <pc:sldMk cId="2625623342" sldId="260"/>
            <ac:spMk id="19" creationId="{82483C96-2AC8-F145-9745-E2BFD8435C85}"/>
          </ac:spMkLst>
        </pc:spChg>
        <pc:spChg chg="mod">
          <ac:chgData name="Russell, Brittany" userId="cb15f705-d373-4cb5-ba99-29bd5142b341" providerId="ADAL" clId="{373FFD21-6881-4AE2-914D-683D04AB4F94}" dt="2025-12-05T23:23:17.051" v="2379" actId="1076"/>
          <ac:spMkLst>
            <pc:docMk/>
            <pc:sldMk cId="2625623342" sldId="260"/>
            <ac:spMk id="20" creationId="{AEEA86EB-D2D7-0DCA-5A44-6F346D1B8275}"/>
          </ac:spMkLst>
        </pc:spChg>
        <pc:spChg chg="mod">
          <ac:chgData name="Russell, Brittany" userId="cb15f705-d373-4cb5-ba99-29bd5142b341" providerId="ADAL" clId="{373FFD21-6881-4AE2-914D-683D04AB4F94}" dt="2025-12-05T23:23:17.051" v="2379" actId="1076"/>
          <ac:spMkLst>
            <pc:docMk/>
            <pc:sldMk cId="2625623342" sldId="260"/>
            <ac:spMk id="21" creationId="{13EE0098-BC8F-808A-09F6-5D517D1480D8}"/>
          </ac:spMkLst>
        </pc:spChg>
        <pc:spChg chg="mod">
          <ac:chgData name="Russell, Brittany" userId="cb15f705-d373-4cb5-ba99-29bd5142b341" providerId="ADAL" clId="{373FFD21-6881-4AE2-914D-683D04AB4F94}" dt="2025-12-05T23:23:27.062" v="2380" actId="1076"/>
          <ac:spMkLst>
            <pc:docMk/>
            <pc:sldMk cId="2625623342" sldId="260"/>
            <ac:spMk id="22" creationId="{1912C712-BE95-B3AB-CF77-1E471F0E2321}"/>
          </ac:spMkLst>
        </pc:spChg>
        <pc:spChg chg="mod">
          <ac:chgData name="Russell, Brittany" userId="cb15f705-d373-4cb5-ba99-29bd5142b341" providerId="ADAL" clId="{373FFD21-6881-4AE2-914D-683D04AB4F94}" dt="2025-12-05T23:23:17.051" v="2379" actId="1076"/>
          <ac:spMkLst>
            <pc:docMk/>
            <pc:sldMk cId="2625623342" sldId="260"/>
            <ac:spMk id="23" creationId="{146D3A54-007B-A24F-364F-AB90E02F2098}"/>
          </ac:spMkLst>
        </pc:spChg>
        <pc:spChg chg="mod">
          <ac:chgData name="Russell, Brittany" userId="cb15f705-d373-4cb5-ba99-29bd5142b341" providerId="ADAL" clId="{373FFD21-6881-4AE2-914D-683D04AB4F94}" dt="2025-12-05T23:22:59.998" v="2378" actId="1076"/>
          <ac:spMkLst>
            <pc:docMk/>
            <pc:sldMk cId="2625623342" sldId="260"/>
            <ac:spMk id="24" creationId="{39A11150-8A99-39E7-5219-8EDACCF32D62}"/>
          </ac:spMkLst>
        </pc:spChg>
        <pc:spChg chg="mod">
          <ac:chgData name="Russell, Brittany" userId="cb15f705-d373-4cb5-ba99-29bd5142b341" providerId="ADAL" clId="{373FFD21-6881-4AE2-914D-683D04AB4F94}" dt="2025-12-05T23:25:28.766" v="2676" actId="1076"/>
          <ac:spMkLst>
            <pc:docMk/>
            <pc:sldMk cId="2625623342" sldId="260"/>
            <ac:spMk id="25" creationId="{D115BD16-589B-7536-C136-4C508A10248B}"/>
          </ac:spMkLst>
        </pc:spChg>
        <pc:spChg chg="mod">
          <ac:chgData name="Russell, Brittany" userId="cb15f705-d373-4cb5-ba99-29bd5142b341" providerId="ADAL" clId="{373FFD21-6881-4AE2-914D-683D04AB4F94}" dt="2025-12-05T23:23:52.836" v="2385" actId="1076"/>
          <ac:spMkLst>
            <pc:docMk/>
            <pc:sldMk cId="2625623342" sldId="260"/>
            <ac:spMk id="26" creationId="{4298AD37-EA7A-BC0C-7FBD-B89F0B9CAC1B}"/>
          </ac:spMkLst>
        </pc:spChg>
        <pc:graphicFrameChg chg="mod">
          <ac:chgData name="Russell, Brittany" userId="cb15f705-d373-4cb5-ba99-29bd5142b341" providerId="ADAL" clId="{373FFD21-6881-4AE2-914D-683D04AB4F94}" dt="2025-12-05T23:29:22.996" v="3610"/>
          <ac:graphicFrameMkLst>
            <pc:docMk/>
            <pc:sldMk cId="2625623342" sldId="260"/>
            <ac:graphicFrameMk id="6" creationId="{065855C6-BB9E-C603-1A66-7D96E28728A2}"/>
          </ac:graphicFrameMkLst>
        </pc:graphicFrameChg>
        <pc:cxnChg chg="add mod">
          <ac:chgData name="Russell, Brittany" userId="cb15f705-d373-4cb5-ba99-29bd5142b341" providerId="ADAL" clId="{373FFD21-6881-4AE2-914D-683D04AB4F94}" dt="2025-12-05T23:22:59.998" v="2378" actId="1076"/>
          <ac:cxnSpMkLst>
            <pc:docMk/>
            <pc:sldMk cId="2625623342" sldId="260"/>
            <ac:cxnSpMk id="29" creationId="{2D2792A0-9F8F-E441-0A2D-4E7EBE1641C2}"/>
          </ac:cxnSpMkLst>
        </pc:cxnChg>
        <pc:cxnChg chg="add mod">
          <ac:chgData name="Russell, Brittany" userId="cb15f705-d373-4cb5-ba99-29bd5142b341" providerId="ADAL" clId="{373FFD21-6881-4AE2-914D-683D04AB4F94}" dt="2025-12-05T23:22:59.998" v="2378" actId="1076"/>
          <ac:cxnSpMkLst>
            <pc:docMk/>
            <pc:sldMk cId="2625623342" sldId="260"/>
            <ac:cxnSpMk id="30" creationId="{BCB2DA5C-DEA8-A046-7AB2-ACE32C6CF6BB}"/>
          </ac:cxnSpMkLst>
        </pc:cxnChg>
        <pc:cxnChg chg="add mod">
          <ac:chgData name="Russell, Brittany" userId="cb15f705-d373-4cb5-ba99-29bd5142b341" providerId="ADAL" clId="{373FFD21-6881-4AE2-914D-683D04AB4F94}" dt="2025-12-05T23:25:28.766" v="2676" actId="1076"/>
          <ac:cxnSpMkLst>
            <pc:docMk/>
            <pc:sldMk cId="2625623342" sldId="260"/>
            <ac:cxnSpMk id="36" creationId="{531FAC49-ADE6-D6CE-64BA-9DCCC9FA3A05}"/>
          </ac:cxnSpMkLst>
        </pc:cxnChg>
        <pc:cxnChg chg="add mod">
          <ac:chgData name="Russell, Brittany" userId="cb15f705-d373-4cb5-ba99-29bd5142b341" providerId="ADAL" clId="{373FFD21-6881-4AE2-914D-683D04AB4F94}" dt="2025-12-05T23:25:28.766" v="2676" actId="1076"/>
          <ac:cxnSpMkLst>
            <pc:docMk/>
            <pc:sldMk cId="2625623342" sldId="260"/>
            <ac:cxnSpMk id="39" creationId="{C6A091F2-19F6-7C6C-F0B7-7483AE5B835D}"/>
          </ac:cxnSpMkLst>
        </pc:cxnChg>
        <pc:cxnChg chg="add mod">
          <ac:chgData name="Russell, Brittany" userId="cb15f705-d373-4cb5-ba99-29bd5142b341" providerId="ADAL" clId="{373FFD21-6881-4AE2-914D-683D04AB4F94}" dt="2025-12-05T23:25:28.766" v="2676" actId="1076"/>
          <ac:cxnSpMkLst>
            <pc:docMk/>
            <pc:sldMk cId="2625623342" sldId="260"/>
            <ac:cxnSpMk id="42" creationId="{DF8EF6A0-BDB2-D238-3648-61BB72CB12A7}"/>
          </ac:cxnSpMkLst>
        </pc:cxnChg>
        <pc:cxnChg chg="add mod">
          <ac:chgData name="Russell, Brittany" userId="cb15f705-d373-4cb5-ba99-29bd5142b341" providerId="ADAL" clId="{373FFD21-6881-4AE2-914D-683D04AB4F94}" dt="2025-12-05T23:23:52.836" v="2385" actId="1076"/>
          <ac:cxnSpMkLst>
            <pc:docMk/>
            <pc:sldMk cId="2625623342" sldId="260"/>
            <ac:cxnSpMk id="45" creationId="{854CEA9A-DD18-4BA3-8851-AEE19E8F90DC}"/>
          </ac:cxnSpMkLst>
        </pc:cxnChg>
      </pc:sldChg>
      <pc:sldChg chg="addSp delSp modSp mod">
        <pc:chgData name="Russell, Brittany" userId="cb15f705-d373-4cb5-ba99-29bd5142b341" providerId="ADAL" clId="{373FFD21-6881-4AE2-914D-683D04AB4F94}" dt="2025-12-29T21:34:30.176" v="4878" actId="20577"/>
        <pc:sldMkLst>
          <pc:docMk/>
          <pc:sldMk cId="2925928326" sldId="261"/>
        </pc:sldMkLst>
        <pc:spChg chg="mod">
          <ac:chgData name="Russell, Brittany" userId="cb15f705-d373-4cb5-ba99-29bd5142b341" providerId="ADAL" clId="{373FFD21-6881-4AE2-914D-683D04AB4F94}" dt="2025-12-05T23:10:02.351" v="1251" actId="948"/>
          <ac:spMkLst>
            <pc:docMk/>
            <pc:sldMk cId="2925928326" sldId="261"/>
            <ac:spMk id="2" creationId="{BBAB90E9-94EF-E1D6-C49C-D891095F80E0}"/>
          </ac:spMkLst>
        </pc:spChg>
        <pc:spChg chg="mod">
          <ac:chgData name="Russell, Brittany" userId="cb15f705-d373-4cb5-ba99-29bd5142b341" providerId="ADAL" clId="{373FFD21-6881-4AE2-914D-683D04AB4F94}" dt="2025-12-29T21:34:30.176" v="4878" actId="20577"/>
          <ac:spMkLst>
            <pc:docMk/>
            <pc:sldMk cId="2925928326" sldId="261"/>
            <ac:spMk id="4" creationId="{577F3709-AF58-E8F8-B2B8-76180D69F94D}"/>
          </ac:spMkLst>
        </pc:spChg>
        <pc:graphicFrameChg chg="mod">
          <ac:chgData name="Russell, Brittany" userId="cb15f705-d373-4cb5-ba99-29bd5142b341" providerId="ADAL" clId="{373FFD21-6881-4AE2-914D-683D04AB4F94}" dt="2025-12-05T23:10:02.400" v="1275"/>
          <ac:graphicFrameMkLst>
            <pc:docMk/>
            <pc:sldMk cId="2925928326" sldId="261"/>
            <ac:graphicFrameMk id="6" creationId="{4DF18903-B90C-C0AC-31EE-65FBDB5EF65A}"/>
          </ac:graphicFrameMkLst>
        </pc:graphicFrameChg>
      </pc:sldChg>
      <pc:sldChg chg="addSp delSp modSp new mod">
        <pc:chgData name="Russell, Brittany" userId="cb15f705-d373-4cb5-ba99-29bd5142b341" providerId="ADAL" clId="{373FFD21-6881-4AE2-914D-683D04AB4F94}" dt="2025-12-29T21:31:58.305" v="4537" actId="478"/>
        <pc:sldMkLst>
          <pc:docMk/>
          <pc:sldMk cId="3166283905" sldId="262"/>
        </pc:sldMkLst>
        <pc:spChg chg="mod">
          <ac:chgData name="Russell, Brittany" userId="cb15f705-d373-4cb5-ba99-29bd5142b341" providerId="ADAL" clId="{373FFD21-6881-4AE2-914D-683D04AB4F94}" dt="2025-12-29T21:31:05.206" v="4512" actId="948"/>
          <ac:spMkLst>
            <pc:docMk/>
            <pc:sldMk cId="3166283905" sldId="262"/>
            <ac:spMk id="2" creationId="{157DA00F-5BDE-D260-7533-F94B4664CEA2}"/>
          </ac:spMkLst>
        </pc:spChg>
        <pc:spChg chg="mod">
          <ac:chgData name="Russell, Brittany" userId="cb15f705-d373-4cb5-ba99-29bd5142b341" providerId="ADAL" clId="{373FFD21-6881-4AE2-914D-683D04AB4F94}" dt="2025-12-08T19:32:33.289" v="4488" actId="20577"/>
          <ac:spMkLst>
            <pc:docMk/>
            <pc:sldMk cId="3166283905" sldId="262"/>
            <ac:spMk id="4" creationId="{E805A5C5-1B84-AE75-BE9E-001222F38FDE}"/>
          </ac:spMkLst>
        </pc:spChg>
        <pc:graphicFrameChg chg="add mod ord modVis">
          <ac:chgData name="Russell, Brittany" userId="cb15f705-d373-4cb5-ba99-29bd5142b341" providerId="ADAL" clId="{373FFD21-6881-4AE2-914D-683D04AB4F94}" dt="2025-12-29T21:31:05.243" v="4536"/>
          <ac:graphicFrameMkLst>
            <pc:docMk/>
            <pc:sldMk cId="3166283905" sldId="262"/>
            <ac:graphicFrameMk id="5" creationId="{AE01FE55-3506-A109-1800-0F02593545CE}"/>
          </ac:graphicFrameMkLst>
        </pc:graphicFrameChg>
      </pc:sldChg>
      <pc:sldChg chg="addSp delSp modSp new mod">
        <pc:chgData name="Russell, Brittany" userId="cb15f705-d373-4cb5-ba99-29bd5142b341" providerId="ADAL" clId="{373FFD21-6881-4AE2-914D-683D04AB4F94}" dt="2025-12-29T21:30:38" v="4508" actId="20577"/>
        <pc:sldMkLst>
          <pc:docMk/>
          <pc:sldMk cId="3976213061" sldId="263"/>
        </pc:sldMkLst>
        <pc:spChg chg="mod">
          <ac:chgData name="Russell, Brittany" userId="cb15f705-d373-4cb5-ba99-29bd5142b341" providerId="ADAL" clId="{373FFD21-6881-4AE2-914D-683D04AB4F94}" dt="2025-12-05T21:05:11.786" v="362" actId="948"/>
          <ac:spMkLst>
            <pc:docMk/>
            <pc:sldMk cId="3976213061" sldId="263"/>
            <ac:spMk id="2" creationId="{ED8B442A-95A5-38AA-229F-ABC2CB132362}"/>
          </ac:spMkLst>
        </pc:spChg>
        <pc:spChg chg="mod">
          <ac:chgData name="Russell, Brittany" userId="cb15f705-d373-4cb5-ba99-29bd5142b341" providerId="ADAL" clId="{373FFD21-6881-4AE2-914D-683D04AB4F94}" dt="2025-12-29T21:30:38" v="4508" actId="20577"/>
          <ac:spMkLst>
            <pc:docMk/>
            <pc:sldMk cId="3976213061" sldId="263"/>
            <ac:spMk id="4" creationId="{2026A791-D8EE-DF21-D275-FD3AF213C5A1}"/>
          </ac:spMkLst>
        </pc:spChg>
        <pc:graphicFrameChg chg="add mod ord modVis">
          <ac:chgData name="Russell, Brittany" userId="cb15f705-d373-4cb5-ba99-29bd5142b341" providerId="ADAL" clId="{373FFD21-6881-4AE2-914D-683D04AB4F94}" dt="2025-12-05T21:05:11.830" v="386"/>
          <ac:graphicFrameMkLst>
            <pc:docMk/>
            <pc:sldMk cId="3976213061" sldId="263"/>
            <ac:graphicFrameMk id="6" creationId="{3E8780B8-ADEA-B6E2-42D3-C58E27B0AD85}"/>
          </ac:graphicFrameMkLst>
        </pc:graphicFrameChg>
      </pc:sldChg>
      <pc:sldChg chg="addSp delSp modSp new mod">
        <pc:chgData name="Russell, Brittany" userId="cb15f705-d373-4cb5-ba99-29bd5142b341" providerId="ADAL" clId="{373FFD21-6881-4AE2-914D-683D04AB4F94}" dt="2025-12-29T21:34:05.616" v="4862" actId="20577"/>
        <pc:sldMkLst>
          <pc:docMk/>
          <pc:sldMk cId="3297972828" sldId="264"/>
        </pc:sldMkLst>
        <pc:spChg chg="mod">
          <ac:chgData name="Russell, Brittany" userId="cb15f705-d373-4cb5-ba99-29bd5142b341" providerId="ADAL" clId="{373FFD21-6881-4AE2-914D-683D04AB4F94}" dt="2025-12-29T21:32:27.444" v="4832" actId="948"/>
          <ac:spMkLst>
            <pc:docMk/>
            <pc:sldMk cId="3297972828" sldId="264"/>
            <ac:spMk id="2" creationId="{F1F2D5B4-CAC6-A45C-74A8-7AEB3840E477}"/>
          </ac:spMkLst>
        </pc:spChg>
        <pc:spChg chg="mod">
          <ac:chgData name="Russell, Brittany" userId="cb15f705-d373-4cb5-ba99-29bd5142b341" providerId="ADAL" clId="{373FFD21-6881-4AE2-914D-683D04AB4F94}" dt="2025-12-29T21:34:05.616" v="4862" actId="20577"/>
          <ac:spMkLst>
            <pc:docMk/>
            <pc:sldMk cId="3297972828" sldId="264"/>
            <ac:spMk id="4" creationId="{F8DC1A0B-BA02-8367-17F4-4029C58148FC}"/>
          </ac:spMkLst>
        </pc:spChg>
        <pc:graphicFrameChg chg="add mod ord modVis">
          <ac:chgData name="Russell, Brittany" userId="cb15f705-d373-4cb5-ba99-29bd5142b341" providerId="ADAL" clId="{373FFD21-6881-4AE2-914D-683D04AB4F94}" dt="2025-12-29T21:32:27.481" v="4856"/>
          <ac:graphicFrameMkLst>
            <pc:docMk/>
            <pc:sldMk cId="3297972828" sldId="264"/>
            <ac:graphicFrameMk id="5" creationId="{F630EC44-AA50-9AAC-33F1-83357E68A0D9}"/>
          </ac:graphicFrameMkLst>
        </pc:graphicFrameChg>
      </pc:sldChg>
      <pc:sldChg chg="addSp delSp modSp new mod">
        <pc:chgData name="Russell, Brittany" userId="cb15f705-d373-4cb5-ba99-29bd5142b341" providerId="ADAL" clId="{373FFD21-6881-4AE2-914D-683D04AB4F94}" dt="2025-12-29T21:51:21.421" v="5845" actId="478"/>
        <pc:sldMkLst>
          <pc:docMk/>
          <pc:sldMk cId="3592200867" sldId="265"/>
        </pc:sldMkLst>
        <pc:spChg chg="mod">
          <ac:chgData name="Russell, Brittany" userId="cb15f705-d373-4cb5-ba99-29bd5142b341" providerId="ADAL" clId="{373FFD21-6881-4AE2-914D-683D04AB4F94}" dt="2025-12-29T21:35:19.527" v="5022" actId="948"/>
          <ac:spMkLst>
            <pc:docMk/>
            <pc:sldMk cId="3592200867" sldId="265"/>
            <ac:spMk id="2" creationId="{CC8DF982-3D0A-C087-CB09-E3C5919B15DF}"/>
          </ac:spMkLst>
        </pc:spChg>
        <pc:spChg chg="mod">
          <ac:chgData name="Russell, Brittany" userId="cb15f705-d373-4cb5-ba99-29bd5142b341" providerId="ADAL" clId="{373FFD21-6881-4AE2-914D-683D04AB4F94}" dt="2025-12-29T21:51:14.596" v="5844" actId="20577"/>
          <ac:spMkLst>
            <pc:docMk/>
            <pc:sldMk cId="3592200867" sldId="265"/>
            <ac:spMk id="4" creationId="{C946A8E4-EA7F-3777-96E7-7B1EC374B8EF}"/>
          </ac:spMkLst>
        </pc:spChg>
        <pc:graphicFrameChg chg="add mod ord modVis">
          <ac:chgData name="Russell, Brittany" userId="cb15f705-d373-4cb5-ba99-29bd5142b341" providerId="ADAL" clId="{373FFD21-6881-4AE2-914D-683D04AB4F94}" dt="2025-12-29T21:35:19.562" v="5046"/>
          <ac:graphicFrameMkLst>
            <pc:docMk/>
            <pc:sldMk cId="3592200867" sldId="265"/>
            <ac:graphicFrameMk id="5" creationId="{FDCB9E0F-3740-4D12-E212-D3098F0ED791}"/>
          </ac:graphicFrameMkLst>
        </pc:graphicFrameChg>
      </pc:sldChg>
      <pc:sldChg chg="addSp delSp modSp new mod ord">
        <pc:chgData name="Russell, Brittany" userId="cb15f705-d373-4cb5-ba99-29bd5142b341" providerId="ADAL" clId="{373FFD21-6881-4AE2-914D-683D04AB4F94}" dt="2025-12-30T21:30:30.256" v="10205" actId="20577"/>
        <pc:sldMkLst>
          <pc:docMk/>
          <pc:sldMk cId="3264437972" sldId="266"/>
        </pc:sldMkLst>
        <pc:spChg chg="mod">
          <ac:chgData name="Russell, Brittany" userId="cb15f705-d373-4cb5-ba99-29bd5142b341" providerId="ADAL" clId="{373FFD21-6881-4AE2-914D-683D04AB4F94}" dt="2025-12-30T21:05:08.190" v="6019" actId="948"/>
          <ac:spMkLst>
            <pc:docMk/>
            <pc:sldMk cId="3264437972" sldId="266"/>
            <ac:spMk id="2" creationId="{C76CF9F6-ED9D-0E08-A5F6-FE5C9C630598}"/>
          </ac:spMkLst>
        </pc:spChg>
        <pc:spChg chg="mod">
          <ac:chgData name="Russell, Brittany" userId="cb15f705-d373-4cb5-ba99-29bd5142b341" providerId="ADAL" clId="{373FFD21-6881-4AE2-914D-683D04AB4F94}" dt="2025-12-30T21:30:30.256" v="10205" actId="20577"/>
          <ac:spMkLst>
            <pc:docMk/>
            <pc:sldMk cId="3264437972" sldId="266"/>
            <ac:spMk id="4" creationId="{59315D38-2130-1A64-2208-4B83A292DCF4}"/>
          </ac:spMkLst>
        </pc:spChg>
        <pc:spChg chg="add del mod modVis">
          <ac:chgData name="Russell, Brittany" userId="cb15f705-d373-4cb5-ba99-29bd5142b341" providerId="ADAL" clId="{373FFD21-6881-4AE2-914D-683D04AB4F94}" dt="2025-12-30T21:04:59.080" v="5876"/>
          <ac:spMkLst>
            <pc:docMk/>
            <pc:sldMk cId="3264437972" sldId="266"/>
            <ac:spMk id="5" creationId="{EEEBD9D7-2139-52C2-9A24-87E5DCB70CEF}"/>
          </ac:spMkLst>
        </pc:spChg>
        <pc:spChg chg="add del mod modVis">
          <ac:chgData name="Russell, Brittany" userId="cb15f705-d373-4cb5-ba99-29bd5142b341" providerId="ADAL" clId="{373FFD21-6881-4AE2-914D-683D04AB4F94}" dt="2025-12-30T21:05:01.059" v="5918"/>
          <ac:spMkLst>
            <pc:docMk/>
            <pc:sldMk cId="3264437972" sldId="266"/>
            <ac:spMk id="7" creationId="{041C6BD6-D344-CAB6-7A40-9E2BC87C7140}"/>
          </ac:spMkLst>
        </pc:spChg>
        <pc:spChg chg="add del mod modVis">
          <ac:chgData name="Russell, Brittany" userId="cb15f705-d373-4cb5-ba99-29bd5142b341" providerId="ADAL" clId="{373FFD21-6881-4AE2-914D-683D04AB4F94}" dt="2025-12-30T21:05:03.113" v="5951"/>
          <ac:spMkLst>
            <pc:docMk/>
            <pc:sldMk cId="3264437972" sldId="266"/>
            <ac:spMk id="8" creationId="{C007E9B9-774C-BFC0-E9CD-A756B935C2A2}"/>
          </ac:spMkLst>
        </pc:spChg>
        <pc:spChg chg="add del mod modVis">
          <ac:chgData name="Russell, Brittany" userId="cb15f705-d373-4cb5-ba99-29bd5142b341" providerId="ADAL" clId="{373FFD21-6881-4AE2-914D-683D04AB4F94}" dt="2025-12-30T21:05:04.485" v="5979"/>
          <ac:spMkLst>
            <pc:docMk/>
            <pc:sldMk cId="3264437972" sldId="266"/>
            <ac:spMk id="9" creationId="{73B6E5C2-116F-0D3A-B5F9-D32484C3A47E}"/>
          </ac:spMkLst>
        </pc:spChg>
        <pc:spChg chg="add del mod modVis">
          <ac:chgData name="Russell, Brittany" userId="cb15f705-d373-4cb5-ba99-29bd5142b341" providerId="ADAL" clId="{373FFD21-6881-4AE2-914D-683D04AB4F94}" dt="2025-12-30T21:05:07.669" v="6015"/>
          <ac:spMkLst>
            <pc:docMk/>
            <pc:sldMk cId="3264437972" sldId="266"/>
            <ac:spMk id="10" creationId="{DA0D7F96-50B1-EA7B-0E90-EDFDF8594F3C}"/>
          </ac:spMkLst>
        </pc:spChg>
        <pc:spChg chg="add del mod modVis">
          <ac:chgData name="Russell, Brittany" userId="cb15f705-d373-4cb5-ba99-29bd5142b341" providerId="ADAL" clId="{373FFD21-6881-4AE2-914D-683D04AB4F94}" dt="2025-12-30T21:05:08.221" v="6041"/>
          <ac:spMkLst>
            <pc:docMk/>
            <pc:sldMk cId="3264437972" sldId="266"/>
            <ac:spMk id="11" creationId="{29DAB485-CC60-8BD7-ACC2-9FDE0CCA1819}"/>
          </ac:spMkLst>
        </pc:spChg>
        <pc:graphicFrameChg chg="add mod ord modVis">
          <ac:chgData name="Russell, Brittany" userId="cb15f705-d373-4cb5-ba99-29bd5142b341" providerId="ADAL" clId="{373FFD21-6881-4AE2-914D-683D04AB4F94}" dt="2025-12-30T21:05:08.223" v="6043"/>
          <ac:graphicFrameMkLst>
            <pc:docMk/>
            <pc:sldMk cId="3264437972" sldId="266"/>
            <ac:graphicFrameMk id="6" creationId="{4C157285-79D9-E1FA-E74E-371F549B8CCC}"/>
          </ac:graphicFrameMkLst>
        </pc:graphicFrameChg>
      </pc:sldChg>
      <pc:sldChg chg="addSp delSp modSp new mod">
        <pc:chgData name="Russell, Brittany" userId="cb15f705-d373-4cb5-ba99-29bd5142b341" providerId="ADAL" clId="{373FFD21-6881-4AE2-914D-683D04AB4F94}" dt="2025-12-30T21:18:24.028" v="7649" actId="20577"/>
        <pc:sldMkLst>
          <pc:docMk/>
          <pc:sldMk cId="3650609025" sldId="267"/>
        </pc:sldMkLst>
        <pc:spChg chg="mod">
          <ac:chgData name="Russell, Brittany" userId="cb15f705-d373-4cb5-ba99-29bd5142b341" providerId="ADAL" clId="{373FFD21-6881-4AE2-914D-683D04AB4F94}" dt="2025-12-30T21:11:12.325" v="7109" actId="948"/>
          <ac:spMkLst>
            <pc:docMk/>
            <pc:sldMk cId="3650609025" sldId="267"/>
            <ac:spMk id="2" creationId="{C67021D7-CECF-BE2C-96E5-C4360FD5FF6F}"/>
          </ac:spMkLst>
        </pc:spChg>
        <pc:spChg chg="del">
          <ac:chgData name="Russell, Brittany" userId="cb15f705-d373-4cb5-ba99-29bd5142b341" providerId="ADAL" clId="{373FFD21-6881-4AE2-914D-683D04AB4F94}" dt="2025-12-30T21:15:06.438" v="7435" actId="478"/>
          <ac:spMkLst>
            <pc:docMk/>
            <pc:sldMk cId="3650609025" sldId="267"/>
            <ac:spMk id="3" creationId="{FE1F0D0F-6B06-22CD-0699-CAA3DE384C4A}"/>
          </ac:spMkLst>
        </pc:spChg>
        <pc:spChg chg="mod">
          <ac:chgData name="Russell, Brittany" userId="cb15f705-d373-4cb5-ba99-29bd5142b341" providerId="ADAL" clId="{373FFD21-6881-4AE2-914D-683D04AB4F94}" dt="2025-12-30T21:18:24.028" v="7649" actId="20577"/>
          <ac:spMkLst>
            <pc:docMk/>
            <pc:sldMk cId="3650609025" sldId="267"/>
            <ac:spMk id="4" creationId="{DB6A761E-9EBF-FBA8-AB05-1870CE7FCC2C}"/>
          </ac:spMkLst>
        </pc:spChg>
        <pc:graphicFrameChg chg="add mod ord modVis">
          <ac:chgData name="Russell, Brittany" userId="cb15f705-d373-4cb5-ba99-29bd5142b341" providerId="ADAL" clId="{373FFD21-6881-4AE2-914D-683D04AB4F94}" dt="2025-12-30T21:11:12.332" v="7111"/>
          <ac:graphicFrameMkLst>
            <pc:docMk/>
            <pc:sldMk cId="3650609025" sldId="267"/>
            <ac:graphicFrameMk id="5" creationId="{58B732CC-4106-2658-43B4-452559D8D649}"/>
          </ac:graphicFrameMkLst>
        </pc:graphicFrameChg>
      </pc:sldChg>
      <pc:sldChg chg="addSp delSp modSp new mod">
        <pc:chgData name="Russell, Brittany" userId="cb15f705-d373-4cb5-ba99-29bd5142b341" providerId="ADAL" clId="{373FFD21-6881-4AE2-914D-683D04AB4F94}" dt="2025-12-31T00:49:59.352" v="10216" actId="478"/>
        <pc:sldMkLst>
          <pc:docMk/>
          <pc:sldMk cId="2843247039" sldId="268"/>
        </pc:sldMkLst>
        <pc:spChg chg="mod">
          <ac:chgData name="Russell, Brittany" userId="cb15f705-d373-4cb5-ba99-29bd5142b341" providerId="ADAL" clId="{373FFD21-6881-4AE2-914D-683D04AB4F94}" dt="2025-12-30T21:16:14.521" v="7485" actId="948"/>
          <ac:spMkLst>
            <pc:docMk/>
            <pc:sldMk cId="2843247039" sldId="268"/>
            <ac:spMk id="2" creationId="{173793AB-5ECD-22EC-9840-2622264FCDFA}"/>
          </ac:spMkLst>
        </pc:spChg>
        <pc:spChg chg="del">
          <ac:chgData name="Russell, Brittany" userId="cb15f705-d373-4cb5-ba99-29bd5142b341" providerId="ADAL" clId="{373FFD21-6881-4AE2-914D-683D04AB4F94}" dt="2025-12-31T00:49:59.352" v="10216" actId="478"/>
          <ac:spMkLst>
            <pc:docMk/>
            <pc:sldMk cId="2843247039" sldId="268"/>
            <ac:spMk id="3" creationId="{E7D6018B-917E-526A-EB9E-97083C487F22}"/>
          </ac:spMkLst>
        </pc:spChg>
        <pc:spChg chg="mod">
          <ac:chgData name="Russell, Brittany" userId="cb15f705-d373-4cb5-ba99-29bd5142b341" providerId="ADAL" clId="{373FFD21-6881-4AE2-914D-683D04AB4F94}" dt="2025-12-30T21:33:03.027" v="10215" actId="20577"/>
          <ac:spMkLst>
            <pc:docMk/>
            <pc:sldMk cId="2843247039" sldId="268"/>
            <ac:spMk id="4" creationId="{8E87DACC-1BE0-0DD8-34B2-A03A083D0DDC}"/>
          </ac:spMkLst>
        </pc:spChg>
        <pc:graphicFrameChg chg="add mod ord modVis">
          <ac:chgData name="Russell, Brittany" userId="cb15f705-d373-4cb5-ba99-29bd5142b341" providerId="ADAL" clId="{373FFD21-6881-4AE2-914D-683D04AB4F94}" dt="2025-12-30T21:15:47.891" v="7463" actId="14100"/>
          <ac:graphicFrameMkLst>
            <pc:docMk/>
            <pc:sldMk cId="2843247039" sldId="268"/>
            <ac:graphicFrameMk id="5" creationId="{DF1A189B-A7CE-4C32-3F42-138DBC19EB82}"/>
          </ac:graphicFrameMkLst>
        </pc:graphicFrameChg>
        <pc:graphicFrameChg chg="add mod ord modVis">
          <ac:chgData name="Russell, Brittany" userId="cb15f705-d373-4cb5-ba99-29bd5142b341" providerId="ADAL" clId="{373FFD21-6881-4AE2-914D-683D04AB4F94}" dt="2025-12-30T21:16:14.567" v="7499"/>
          <ac:graphicFrameMkLst>
            <pc:docMk/>
            <pc:sldMk cId="2843247039" sldId="268"/>
            <ac:graphicFrameMk id="6" creationId="{4A78D1EE-1216-DA66-B4D1-8127C31727CA}"/>
          </ac:graphicFrameMkLst>
        </pc:graphicFrameChg>
      </pc:sldChg>
      <pc:sldChg chg="addSp delSp modSp new mod">
        <pc:chgData name="Russell, Brittany" userId="cb15f705-d373-4cb5-ba99-29bd5142b341" providerId="ADAL" clId="{373FFD21-6881-4AE2-914D-683D04AB4F94}" dt="2025-12-30T21:23:43.803" v="9075" actId="20577"/>
        <pc:sldMkLst>
          <pc:docMk/>
          <pc:sldMk cId="1579639687" sldId="269"/>
        </pc:sldMkLst>
        <pc:spChg chg="mod">
          <ac:chgData name="Russell, Brittany" userId="cb15f705-d373-4cb5-ba99-29bd5142b341" providerId="ADAL" clId="{373FFD21-6881-4AE2-914D-683D04AB4F94}" dt="2025-12-30T21:21:14.304" v="8544" actId="948"/>
          <ac:spMkLst>
            <pc:docMk/>
            <pc:sldMk cId="1579639687" sldId="269"/>
            <ac:spMk id="2" creationId="{858DA527-806F-4AD9-255E-D14AA6016C44}"/>
          </ac:spMkLst>
        </pc:spChg>
        <pc:spChg chg="mod">
          <ac:chgData name="Russell, Brittany" userId="cb15f705-d373-4cb5-ba99-29bd5142b341" providerId="ADAL" clId="{373FFD21-6881-4AE2-914D-683D04AB4F94}" dt="2025-12-30T21:23:43.803" v="9075" actId="20577"/>
          <ac:spMkLst>
            <pc:docMk/>
            <pc:sldMk cId="1579639687" sldId="269"/>
            <ac:spMk id="4" creationId="{4112C370-8F57-EEFD-46EC-02AD37537DC9}"/>
          </ac:spMkLst>
        </pc:spChg>
        <pc:spChg chg="add del mod modVis">
          <ac:chgData name="Russell, Brittany" userId="cb15f705-d373-4cb5-ba99-29bd5142b341" providerId="ADAL" clId="{373FFD21-6881-4AE2-914D-683D04AB4F94}" dt="2025-12-30T21:20:08.956" v="7729"/>
          <ac:spMkLst>
            <pc:docMk/>
            <pc:sldMk cId="1579639687" sldId="269"/>
            <ac:spMk id="5" creationId="{0DDF3439-B05D-3917-79EF-D38A63DE245E}"/>
          </ac:spMkLst>
        </pc:spChg>
        <pc:spChg chg="add del mod modVis">
          <ac:chgData name="Russell, Brittany" userId="cb15f705-d373-4cb5-ba99-29bd5142b341" providerId="ADAL" clId="{373FFD21-6881-4AE2-914D-683D04AB4F94}" dt="2025-12-30T21:20:12.335" v="7786"/>
          <ac:spMkLst>
            <pc:docMk/>
            <pc:sldMk cId="1579639687" sldId="269"/>
            <ac:spMk id="7" creationId="{A70B1926-5990-E8A5-C9FC-7AB13DBA506A}"/>
          </ac:spMkLst>
        </pc:spChg>
        <pc:spChg chg="add del mod modVis">
          <ac:chgData name="Russell, Brittany" userId="cb15f705-d373-4cb5-ba99-29bd5142b341" providerId="ADAL" clId="{373FFD21-6881-4AE2-914D-683D04AB4F94}" dt="2025-12-30T21:20:13.856" v="7813"/>
          <ac:spMkLst>
            <pc:docMk/>
            <pc:sldMk cId="1579639687" sldId="269"/>
            <ac:spMk id="8" creationId="{FF08EF49-C895-6423-C02E-D6E69F0FF817}"/>
          </ac:spMkLst>
        </pc:spChg>
        <pc:spChg chg="add del mod modVis">
          <ac:chgData name="Russell, Brittany" userId="cb15f705-d373-4cb5-ba99-29bd5142b341" providerId="ADAL" clId="{373FFD21-6881-4AE2-914D-683D04AB4F94}" dt="2025-12-30T21:20:19.568" v="7841"/>
          <ac:spMkLst>
            <pc:docMk/>
            <pc:sldMk cId="1579639687" sldId="269"/>
            <ac:spMk id="9" creationId="{192EF348-FA87-B0CF-711D-9C24A8E8A726}"/>
          </ac:spMkLst>
        </pc:spChg>
        <pc:spChg chg="add del mod modVis">
          <ac:chgData name="Russell, Brittany" userId="cb15f705-d373-4cb5-ba99-29bd5142b341" providerId="ADAL" clId="{373FFD21-6881-4AE2-914D-683D04AB4F94}" dt="2025-12-30T21:20:22.235" v="7877"/>
          <ac:spMkLst>
            <pc:docMk/>
            <pc:sldMk cId="1579639687" sldId="269"/>
            <ac:spMk id="10" creationId="{9F24738A-9F70-C2C4-1463-281BE10C5E46}"/>
          </ac:spMkLst>
        </pc:spChg>
        <pc:spChg chg="add del mod modVis">
          <ac:chgData name="Russell, Brittany" userId="cb15f705-d373-4cb5-ba99-29bd5142b341" providerId="ADAL" clId="{373FFD21-6881-4AE2-914D-683D04AB4F94}" dt="2025-12-30T21:20:23.481" v="7908"/>
          <ac:spMkLst>
            <pc:docMk/>
            <pc:sldMk cId="1579639687" sldId="269"/>
            <ac:spMk id="11" creationId="{DD9F992C-B3C3-8585-2A3C-68C5E29EC1BB}"/>
          </ac:spMkLst>
        </pc:spChg>
        <pc:spChg chg="add del mod modVis">
          <ac:chgData name="Russell, Brittany" userId="cb15f705-d373-4cb5-ba99-29bd5142b341" providerId="ADAL" clId="{373FFD21-6881-4AE2-914D-683D04AB4F94}" dt="2025-12-30T21:20:25.359" v="7939"/>
          <ac:spMkLst>
            <pc:docMk/>
            <pc:sldMk cId="1579639687" sldId="269"/>
            <ac:spMk id="12" creationId="{329C4B60-2F32-0A83-D68D-47156712E041}"/>
          </ac:spMkLst>
        </pc:spChg>
        <pc:spChg chg="add del mod modVis">
          <ac:chgData name="Russell, Brittany" userId="cb15f705-d373-4cb5-ba99-29bd5142b341" providerId="ADAL" clId="{373FFD21-6881-4AE2-914D-683D04AB4F94}" dt="2025-12-30T21:20:28.201" v="7976"/>
          <ac:spMkLst>
            <pc:docMk/>
            <pc:sldMk cId="1579639687" sldId="269"/>
            <ac:spMk id="13" creationId="{1C123BDE-73E6-C762-F17B-E1FDD5F4DE21}"/>
          </ac:spMkLst>
        </pc:spChg>
        <pc:spChg chg="add del mod modVis">
          <ac:chgData name="Russell, Brittany" userId="cb15f705-d373-4cb5-ba99-29bd5142b341" providerId="ADAL" clId="{373FFD21-6881-4AE2-914D-683D04AB4F94}" dt="2025-12-30T21:20:29.166" v="8003"/>
          <ac:spMkLst>
            <pc:docMk/>
            <pc:sldMk cId="1579639687" sldId="269"/>
            <ac:spMk id="14" creationId="{837ADABF-0EE0-887E-5730-656FE139D6EE}"/>
          </ac:spMkLst>
        </pc:spChg>
        <pc:spChg chg="add del mod modVis">
          <ac:chgData name="Russell, Brittany" userId="cb15f705-d373-4cb5-ba99-29bd5142b341" providerId="ADAL" clId="{373FFD21-6881-4AE2-914D-683D04AB4F94}" dt="2025-12-30T21:20:30.659" v="8033"/>
          <ac:spMkLst>
            <pc:docMk/>
            <pc:sldMk cId="1579639687" sldId="269"/>
            <ac:spMk id="15" creationId="{A6787B22-D3F8-C4AC-2AA9-EEFEDBCC7E83}"/>
          </ac:spMkLst>
        </pc:spChg>
        <pc:spChg chg="add del mod modVis">
          <ac:chgData name="Russell, Brittany" userId="cb15f705-d373-4cb5-ba99-29bd5142b341" providerId="ADAL" clId="{373FFD21-6881-4AE2-914D-683D04AB4F94}" dt="2025-12-30T21:20:32.273" v="8065"/>
          <ac:spMkLst>
            <pc:docMk/>
            <pc:sldMk cId="1579639687" sldId="269"/>
            <ac:spMk id="16" creationId="{AA4EE59F-DC7F-70BD-969A-906545A024A8}"/>
          </ac:spMkLst>
        </pc:spChg>
        <pc:spChg chg="add del mod modVis">
          <ac:chgData name="Russell, Brittany" userId="cb15f705-d373-4cb5-ba99-29bd5142b341" providerId="ADAL" clId="{373FFD21-6881-4AE2-914D-683D04AB4F94}" dt="2025-12-30T21:20:32.575" v="8092"/>
          <ac:spMkLst>
            <pc:docMk/>
            <pc:sldMk cId="1579639687" sldId="269"/>
            <ac:spMk id="17" creationId="{351CDB55-D1F9-2C7D-2472-670E051F77A5}"/>
          </ac:spMkLst>
        </pc:spChg>
        <pc:spChg chg="add del mod modVis">
          <ac:chgData name="Russell, Brittany" userId="cb15f705-d373-4cb5-ba99-29bd5142b341" providerId="ADAL" clId="{373FFD21-6881-4AE2-914D-683D04AB4F94}" dt="2025-12-30T21:20:37.731" v="8148"/>
          <ac:spMkLst>
            <pc:docMk/>
            <pc:sldMk cId="1579639687" sldId="269"/>
            <ac:spMk id="18" creationId="{561C501B-7381-6B47-85B8-0460F92982DD}"/>
          </ac:spMkLst>
        </pc:spChg>
        <pc:spChg chg="add del mod modVis">
          <ac:chgData name="Russell, Brittany" userId="cb15f705-d373-4cb5-ba99-29bd5142b341" providerId="ADAL" clId="{373FFD21-6881-4AE2-914D-683D04AB4F94}" dt="2025-12-30T21:20:39.423" v="8178"/>
          <ac:spMkLst>
            <pc:docMk/>
            <pc:sldMk cId="1579639687" sldId="269"/>
            <ac:spMk id="19" creationId="{A4FD6698-CC29-DFFF-3C3C-766CEDABCABF}"/>
          </ac:spMkLst>
        </pc:spChg>
        <pc:spChg chg="add del mod modVis">
          <ac:chgData name="Russell, Brittany" userId="cb15f705-d373-4cb5-ba99-29bd5142b341" providerId="ADAL" clId="{373FFD21-6881-4AE2-914D-683D04AB4F94}" dt="2025-12-30T21:20:41.010" v="8206"/>
          <ac:spMkLst>
            <pc:docMk/>
            <pc:sldMk cId="1579639687" sldId="269"/>
            <ac:spMk id="20" creationId="{D7BE35B9-2D3C-772B-B757-2EAE4C4CC7D0}"/>
          </ac:spMkLst>
        </pc:spChg>
        <pc:spChg chg="add del mod modVis">
          <ac:chgData name="Russell, Brittany" userId="cb15f705-d373-4cb5-ba99-29bd5142b341" providerId="ADAL" clId="{373FFD21-6881-4AE2-914D-683D04AB4F94}" dt="2025-12-30T21:20:41.663" v="8232"/>
          <ac:spMkLst>
            <pc:docMk/>
            <pc:sldMk cId="1579639687" sldId="269"/>
            <ac:spMk id="21" creationId="{2A963E81-6A40-AAB0-D4E8-1C8F123C4BFE}"/>
          </ac:spMkLst>
        </pc:spChg>
        <pc:spChg chg="add del mod modVis">
          <ac:chgData name="Russell, Brittany" userId="cb15f705-d373-4cb5-ba99-29bd5142b341" providerId="ADAL" clId="{373FFD21-6881-4AE2-914D-683D04AB4F94}" dt="2025-12-30T21:20:42.876" v="8258"/>
          <ac:spMkLst>
            <pc:docMk/>
            <pc:sldMk cId="1579639687" sldId="269"/>
            <ac:spMk id="22" creationId="{8D18ED44-F54D-0CF4-297D-DFA7AA5FF407}"/>
          </ac:spMkLst>
        </pc:spChg>
        <pc:spChg chg="add del mod modVis">
          <ac:chgData name="Russell, Brittany" userId="cb15f705-d373-4cb5-ba99-29bd5142b341" providerId="ADAL" clId="{373FFD21-6881-4AE2-914D-683D04AB4F94}" dt="2025-12-30T21:20:44.700" v="8287"/>
          <ac:spMkLst>
            <pc:docMk/>
            <pc:sldMk cId="1579639687" sldId="269"/>
            <ac:spMk id="23" creationId="{F6785486-C2E5-B4AD-0A28-CA2B4EFACDD5}"/>
          </ac:spMkLst>
        </pc:spChg>
        <pc:spChg chg="add del mod modVis">
          <ac:chgData name="Russell, Brittany" userId="cb15f705-d373-4cb5-ba99-29bd5142b341" providerId="ADAL" clId="{373FFD21-6881-4AE2-914D-683D04AB4F94}" dt="2025-12-30T21:20:46.857" v="8320"/>
          <ac:spMkLst>
            <pc:docMk/>
            <pc:sldMk cId="1579639687" sldId="269"/>
            <ac:spMk id="24" creationId="{29BFED83-B7D1-E139-AED4-02E938235AB3}"/>
          </ac:spMkLst>
        </pc:spChg>
        <pc:spChg chg="add del mod modVis">
          <ac:chgData name="Russell, Brittany" userId="cb15f705-d373-4cb5-ba99-29bd5142b341" providerId="ADAL" clId="{373FFD21-6881-4AE2-914D-683D04AB4F94}" dt="2025-12-30T21:20:50.756" v="8359"/>
          <ac:spMkLst>
            <pc:docMk/>
            <pc:sldMk cId="1579639687" sldId="269"/>
            <ac:spMk id="25" creationId="{8EA35204-2CC2-C2A9-BFAB-E70DA1452D77}"/>
          </ac:spMkLst>
        </pc:spChg>
        <pc:spChg chg="add del mod modVis">
          <ac:chgData name="Russell, Brittany" userId="cb15f705-d373-4cb5-ba99-29bd5142b341" providerId="ADAL" clId="{373FFD21-6881-4AE2-914D-683D04AB4F94}" dt="2025-12-30T21:20:57.648" v="8386"/>
          <ac:spMkLst>
            <pc:docMk/>
            <pc:sldMk cId="1579639687" sldId="269"/>
            <ac:spMk id="26" creationId="{74E1ACA5-780E-94AE-2E92-F4C8533507F3}"/>
          </ac:spMkLst>
        </pc:spChg>
        <pc:spChg chg="add del mod modVis">
          <ac:chgData name="Russell, Brittany" userId="cb15f705-d373-4cb5-ba99-29bd5142b341" providerId="ADAL" clId="{373FFD21-6881-4AE2-914D-683D04AB4F94}" dt="2025-12-30T21:20:59.269" v="8412"/>
          <ac:spMkLst>
            <pc:docMk/>
            <pc:sldMk cId="1579639687" sldId="269"/>
            <ac:spMk id="27" creationId="{3EC155A6-0990-2B19-0C10-5A17F2B9E819}"/>
          </ac:spMkLst>
        </pc:spChg>
        <pc:spChg chg="add del mod modVis">
          <ac:chgData name="Russell, Brittany" userId="cb15f705-d373-4cb5-ba99-29bd5142b341" providerId="ADAL" clId="{373FFD21-6881-4AE2-914D-683D04AB4F94}" dt="2025-12-30T21:21:04.169" v="8457"/>
          <ac:spMkLst>
            <pc:docMk/>
            <pc:sldMk cId="1579639687" sldId="269"/>
            <ac:spMk id="28" creationId="{F7DFDFBC-8834-AFD4-A8C7-7B6E5B6E26C0}"/>
          </ac:spMkLst>
        </pc:spChg>
        <pc:spChg chg="add del mod modVis">
          <ac:chgData name="Russell, Brittany" userId="cb15f705-d373-4cb5-ba99-29bd5142b341" providerId="ADAL" clId="{373FFD21-6881-4AE2-914D-683D04AB4F94}" dt="2025-12-30T21:21:07.453" v="8484"/>
          <ac:spMkLst>
            <pc:docMk/>
            <pc:sldMk cId="1579639687" sldId="269"/>
            <ac:spMk id="29" creationId="{C2F7FF54-F07C-E5D6-FD8B-9AD6C460D1CE}"/>
          </ac:spMkLst>
        </pc:spChg>
        <pc:spChg chg="add del mod modVis">
          <ac:chgData name="Russell, Brittany" userId="cb15f705-d373-4cb5-ba99-29bd5142b341" providerId="ADAL" clId="{373FFD21-6881-4AE2-914D-683D04AB4F94}" dt="2025-12-30T21:21:08.955" v="8510"/>
          <ac:spMkLst>
            <pc:docMk/>
            <pc:sldMk cId="1579639687" sldId="269"/>
            <ac:spMk id="30" creationId="{62ACAF5D-42F0-EC2D-7157-C498FC0EC02D}"/>
          </ac:spMkLst>
        </pc:spChg>
        <pc:spChg chg="add del mod modVis">
          <ac:chgData name="Russell, Brittany" userId="cb15f705-d373-4cb5-ba99-29bd5142b341" providerId="ADAL" clId="{373FFD21-6881-4AE2-914D-683D04AB4F94}" dt="2025-12-30T21:21:09.994" v="8539"/>
          <ac:spMkLst>
            <pc:docMk/>
            <pc:sldMk cId="1579639687" sldId="269"/>
            <ac:spMk id="31" creationId="{4B06814A-1C4B-A30B-C5F4-EDE147188C0A}"/>
          </ac:spMkLst>
        </pc:spChg>
        <pc:spChg chg="add del mod modVis">
          <ac:chgData name="Russell, Brittany" userId="cb15f705-d373-4cb5-ba99-29bd5142b341" providerId="ADAL" clId="{373FFD21-6881-4AE2-914D-683D04AB4F94}" dt="2025-12-30T21:21:14.348" v="8566"/>
          <ac:spMkLst>
            <pc:docMk/>
            <pc:sldMk cId="1579639687" sldId="269"/>
            <ac:spMk id="32" creationId="{477972C4-53C4-38C7-6130-F0E68211852A}"/>
          </ac:spMkLst>
        </pc:spChg>
        <pc:graphicFrameChg chg="add mod ord modVis">
          <ac:chgData name="Russell, Brittany" userId="cb15f705-d373-4cb5-ba99-29bd5142b341" providerId="ADAL" clId="{373FFD21-6881-4AE2-914D-683D04AB4F94}" dt="2025-12-30T21:21:14.350" v="8568"/>
          <ac:graphicFrameMkLst>
            <pc:docMk/>
            <pc:sldMk cId="1579639687" sldId="269"/>
            <ac:graphicFrameMk id="6" creationId="{812EDDFC-5423-4DE4-28B5-1B8F471F2D71}"/>
          </ac:graphicFrameMkLst>
        </pc:graphicFrameChg>
      </pc:sldChg>
      <pc:sldChg chg="addSp delSp modSp new mod">
        <pc:chgData name="Russell, Brittany" userId="cb15f705-d373-4cb5-ba99-29bd5142b341" providerId="ADAL" clId="{373FFD21-6881-4AE2-914D-683D04AB4F94}" dt="2025-12-30T21:30:06.102" v="10201" actId="20577"/>
        <pc:sldMkLst>
          <pc:docMk/>
          <pc:sldMk cId="4030572109" sldId="270"/>
        </pc:sldMkLst>
        <pc:spChg chg="mod">
          <ac:chgData name="Russell, Brittany" userId="cb15f705-d373-4cb5-ba99-29bd5142b341" providerId="ADAL" clId="{373FFD21-6881-4AE2-914D-683D04AB4F94}" dt="2025-12-30T21:24:11.011" v="9195" actId="948"/>
          <ac:spMkLst>
            <pc:docMk/>
            <pc:sldMk cId="4030572109" sldId="270"/>
            <ac:spMk id="2" creationId="{7422D59C-F59F-A998-8E79-41DB9D6C040C}"/>
          </ac:spMkLst>
        </pc:spChg>
        <pc:spChg chg="mod">
          <ac:chgData name="Russell, Brittany" userId="cb15f705-d373-4cb5-ba99-29bd5142b341" providerId="ADAL" clId="{373FFD21-6881-4AE2-914D-683D04AB4F94}" dt="2025-12-30T21:30:06.102" v="10201" actId="20577"/>
          <ac:spMkLst>
            <pc:docMk/>
            <pc:sldMk cId="4030572109" sldId="270"/>
            <ac:spMk id="4" creationId="{092321D9-DAFC-C49F-5C2D-606A6CAC12AB}"/>
          </ac:spMkLst>
        </pc:spChg>
        <pc:spChg chg="add del mod modVis">
          <ac:chgData name="Russell, Brittany" userId="cb15f705-d373-4cb5-ba99-29bd5142b341" providerId="ADAL" clId="{373FFD21-6881-4AE2-914D-683D04AB4F94}" dt="2025-12-30T21:24:05.895" v="9120"/>
          <ac:spMkLst>
            <pc:docMk/>
            <pc:sldMk cId="4030572109" sldId="270"/>
            <ac:spMk id="6" creationId="{B6327AC9-7336-B772-D429-B9A0D208B89D}"/>
          </ac:spMkLst>
        </pc:spChg>
        <pc:spChg chg="add del mod modVis">
          <ac:chgData name="Russell, Brittany" userId="cb15f705-d373-4cb5-ba99-29bd5142b341" providerId="ADAL" clId="{373FFD21-6881-4AE2-914D-683D04AB4F94}" dt="2025-12-30T21:24:06.559" v="9146"/>
          <ac:spMkLst>
            <pc:docMk/>
            <pc:sldMk cId="4030572109" sldId="270"/>
            <ac:spMk id="7" creationId="{AF3DA007-C96A-2AF4-C7F7-2C5F3AA27B26}"/>
          </ac:spMkLst>
        </pc:spChg>
        <pc:spChg chg="add del mod modVis">
          <ac:chgData name="Russell, Brittany" userId="cb15f705-d373-4cb5-ba99-29bd5142b341" providerId="ADAL" clId="{373FFD21-6881-4AE2-914D-683D04AB4F94}" dt="2025-12-30T21:24:09.954" v="9187"/>
          <ac:spMkLst>
            <pc:docMk/>
            <pc:sldMk cId="4030572109" sldId="270"/>
            <ac:spMk id="8" creationId="{E688AF95-372F-FFFF-C237-B9EACCDA53DD}"/>
          </ac:spMkLst>
        </pc:spChg>
        <pc:spChg chg="add del mod modVis">
          <ac:chgData name="Russell, Brittany" userId="cb15f705-d373-4cb5-ba99-29bd5142b341" providerId="ADAL" clId="{373FFD21-6881-4AE2-914D-683D04AB4F94}" dt="2025-12-30T21:24:11.044" v="9217"/>
          <ac:spMkLst>
            <pc:docMk/>
            <pc:sldMk cId="4030572109" sldId="270"/>
            <ac:spMk id="9" creationId="{54A77218-9400-2ED1-A748-302076762ED8}"/>
          </ac:spMkLst>
        </pc:spChg>
        <pc:graphicFrameChg chg="add mod ord modVis">
          <ac:chgData name="Russell, Brittany" userId="cb15f705-d373-4cb5-ba99-29bd5142b341" providerId="ADAL" clId="{373FFD21-6881-4AE2-914D-683D04AB4F94}" dt="2025-12-30T21:24:11.046" v="9219"/>
          <ac:graphicFrameMkLst>
            <pc:docMk/>
            <pc:sldMk cId="4030572109" sldId="270"/>
            <ac:graphicFrameMk id="5" creationId="{BBB272EF-C10D-2454-6C8A-73355523493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D5E38-04D7-4CC0-AF82-3E5D8CB519D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D9ABE-7AB9-4D3A-BEA5-45E799BD6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7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 preserve="1">
  <p:cSld name="14_Title Slide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124"/>
          <p:cNvPicPr preferRelativeResize="0"/>
          <p:nvPr/>
        </p:nvPicPr>
        <p:blipFill rotWithShape="1">
          <a:blip r:embed="rId2">
            <a:alphaModFix/>
          </a:blip>
          <a:srcRect t="7842" b="784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6901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4"/>
          <p:cNvSpPr/>
          <p:nvPr/>
        </p:nvSpPr>
        <p:spPr>
          <a:xfrm>
            <a:off x="361507" y="0"/>
            <a:ext cx="1573619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124" descr="A close up of a sign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312" y="233478"/>
            <a:ext cx="994008" cy="39760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24"/>
          <p:cNvSpPr txBox="1">
            <a:spLocks noGrp="1"/>
          </p:cNvSpPr>
          <p:nvPr>
            <p:ph type="ctrTitle" hasCustomPrompt="1"/>
          </p:nvPr>
        </p:nvSpPr>
        <p:spPr>
          <a:xfrm>
            <a:off x="2103120" y="4059935"/>
            <a:ext cx="9363456" cy="177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  <a:defRPr sz="5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969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 preserve="1" userDrawn="1">
  <p:cSld name="7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74"/>
          <p:cNvPicPr preferRelativeResize="0"/>
          <p:nvPr/>
        </p:nvPicPr>
        <p:blipFill rotWithShape="1">
          <a:blip r:embed="rId3">
            <a:alphaModFix/>
          </a:blip>
          <a:srcRect t="7764" b="7764"/>
          <a:stretch/>
        </p:blipFill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7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lt1">
              <a:alpha val="6901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74"/>
          <p:cNvSpPr/>
          <p:nvPr/>
        </p:nvSpPr>
        <p:spPr>
          <a:xfrm>
            <a:off x="361507" y="0"/>
            <a:ext cx="1573619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74" descr="A close up of a sign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312" y="233478"/>
            <a:ext cx="994008" cy="3976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414;p124">
            <a:extLst>
              <a:ext uri="{FF2B5EF4-FFF2-40B4-BE49-F238E27FC236}">
                <a16:creationId xmlns:a16="http://schemas.microsoft.com/office/drawing/2014/main" id="{5D4BC5C1-D674-4E92-9336-B44EC49EFD8C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103120" y="4059935"/>
            <a:ext cx="9363456" cy="177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  <a:defRPr sz="5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0163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6B98E3-3070-4B1C-B817-37ACE73AC39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4" b="1566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8;p90">
            <a:extLst>
              <a:ext uri="{FF2B5EF4-FFF2-40B4-BE49-F238E27FC236}">
                <a16:creationId xmlns:a16="http://schemas.microsoft.com/office/drawing/2014/main" id="{BABB4EAA-BA67-4807-B4E8-0F11B11DE77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lt1">
              <a:alpha val="6901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33EEE-3823-4FA0-9C86-2F8D1358CA62}"/>
              </a:ext>
            </a:extLst>
          </p:cNvPr>
          <p:cNvSpPr/>
          <p:nvPr userDrawn="1"/>
        </p:nvSpPr>
        <p:spPr>
          <a:xfrm>
            <a:off x="361507" y="0"/>
            <a:ext cx="3094074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78F5A8A-81B1-4D06-B15C-B9423E8CC1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74" y="337010"/>
            <a:ext cx="1649139" cy="6596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5F915A-2D65-4403-B6A1-FAFF6BE60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2" y="2179675"/>
            <a:ext cx="2870789" cy="2351382"/>
          </a:xfrm>
          <a:noFill/>
          <a:ln>
            <a:noFill/>
          </a:ln>
        </p:spPr>
        <p:txBody>
          <a:bodyPr anchor="ctr"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672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9CEFC9-AAA7-49A4-8FDC-F89E6009086A}"/>
              </a:ext>
            </a:extLst>
          </p:cNvPr>
          <p:cNvSpPr/>
          <p:nvPr userDrawn="1"/>
        </p:nvSpPr>
        <p:spPr>
          <a:xfrm>
            <a:off x="0" y="1"/>
            <a:ext cx="12192000" cy="5177214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40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CFE1C27C-2AE4-43E5-B846-87598FEE200A}"/>
              </a:ext>
            </a:extLst>
          </p:cNvPr>
          <p:cNvSpPr txBox="1">
            <a:spLocks/>
          </p:cNvSpPr>
          <p:nvPr userDrawn="1"/>
        </p:nvSpPr>
        <p:spPr>
          <a:xfrm>
            <a:off x="1104858" y="1336917"/>
            <a:ext cx="7789162" cy="4583659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endParaRPr lang="en-US" sz="5400">
              <a:solidFill>
                <a:schemeClr val="accent5"/>
              </a:solidFill>
              <a:cs typeface="Calibri"/>
            </a:endParaRPr>
          </a:p>
        </p:txBody>
      </p:sp>
      <p:sp>
        <p:nvSpPr>
          <p:cNvPr id="9" name="Google Shape;414;p124">
            <a:extLst>
              <a:ext uri="{FF2B5EF4-FFF2-40B4-BE49-F238E27FC236}">
                <a16:creationId xmlns:a16="http://schemas.microsoft.com/office/drawing/2014/main" id="{6EFA6F20-AF5E-4927-A41B-D827AD0E3FE9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1256474" y="2289289"/>
            <a:ext cx="7499396" cy="246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  <a:defRPr sz="5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Title</a:t>
            </a:r>
            <a:endParaRPr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098A56E-C214-41DA-9D55-D3F79E587A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227" y="1518030"/>
            <a:ext cx="1391922" cy="695962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876D20F-9E38-4EC8-9856-A79FFAB1F1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3227" y="4865374"/>
            <a:ext cx="7472643" cy="869505"/>
          </a:xfrm>
          <a:prstGeom prst="rect">
            <a:avLst/>
          </a:prstGeom>
        </p:spPr>
        <p:txBody>
          <a:bodyPr anchor="t"/>
          <a:lstStyle>
            <a:lvl1pPr>
              <a:buNone/>
              <a:defRPr sz="2400">
                <a:solidFill>
                  <a:sysClr val="windowText" lastClr="000000"/>
                </a:solidFill>
              </a:defRPr>
            </a:lvl1pPr>
            <a:lvl2pPr>
              <a:buNone/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Sub-title</a:t>
            </a:r>
          </a:p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163470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9CEFC9-AAA7-49A4-8FDC-F89E6009086A}"/>
              </a:ext>
            </a:extLst>
          </p:cNvPr>
          <p:cNvSpPr/>
          <p:nvPr userDrawn="1"/>
        </p:nvSpPr>
        <p:spPr>
          <a:xfrm>
            <a:off x="0" y="2906749"/>
            <a:ext cx="12192000" cy="1634745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B79DAE-CFAF-404D-BC10-36DC7525CF58}"/>
              </a:ext>
            </a:extLst>
          </p:cNvPr>
          <p:cNvSpPr/>
          <p:nvPr userDrawn="1"/>
        </p:nvSpPr>
        <p:spPr>
          <a:xfrm>
            <a:off x="0" y="4527518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9" name="Google Shape;414;p124">
            <a:extLst>
              <a:ext uri="{FF2B5EF4-FFF2-40B4-BE49-F238E27FC236}">
                <a16:creationId xmlns:a16="http://schemas.microsoft.com/office/drawing/2014/main" id="{6EFA6F20-AF5E-4927-A41B-D827AD0E3FE9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38328" y="2992518"/>
            <a:ext cx="11539728" cy="146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  <a:defRPr sz="54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Section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BA214-1D7F-4EF7-A769-AB2A754068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4DE0606-B8AD-49B5-BA60-BA33FDA9C4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50894" y="169455"/>
            <a:ext cx="1391922" cy="6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5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EBFA53-3D67-304C-8BAB-F461F2DE5244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DBB0EB-7294-4151-9747-784D23B94A45}"/>
              </a:ext>
            </a:extLst>
          </p:cNvPr>
          <p:cNvSpPr/>
          <p:nvPr userDrawn="1"/>
        </p:nvSpPr>
        <p:spPr>
          <a:xfrm>
            <a:off x="441821" y="1588547"/>
            <a:ext cx="11363773" cy="92726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56C300-8A35-4A18-B9B9-1E3661B1352C}"/>
              </a:ext>
            </a:extLst>
          </p:cNvPr>
          <p:cNvSpPr/>
          <p:nvPr userDrawn="1"/>
        </p:nvSpPr>
        <p:spPr>
          <a:xfrm>
            <a:off x="441821" y="3014060"/>
            <a:ext cx="11363773" cy="92726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BE8934-9D68-4E7E-A5D4-5DC60D7A5388}"/>
              </a:ext>
            </a:extLst>
          </p:cNvPr>
          <p:cNvSpPr/>
          <p:nvPr userDrawn="1"/>
        </p:nvSpPr>
        <p:spPr>
          <a:xfrm>
            <a:off x="441821" y="4439573"/>
            <a:ext cx="11363773" cy="92726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EBD49D6-DE22-4D77-B471-3C4E1AC23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26F6721-0186-4778-8F73-7EEF0983B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097" y="153230"/>
            <a:ext cx="11342232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AF933EB-587E-4B9C-AD2B-CBAC416237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3086998"/>
            <a:ext cx="10818087" cy="78139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7AF34C9-17CE-425D-9690-0A847DA642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5800" y="4512510"/>
            <a:ext cx="10818087" cy="7813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CEE244F-F951-4670-AEAF-67D9CC1868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799" y="1661484"/>
            <a:ext cx="10818087" cy="7813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77322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EBFA53-3D67-304C-8BAB-F461F2DE5244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DBB0EB-7294-4151-9747-784D23B94A45}"/>
              </a:ext>
            </a:extLst>
          </p:cNvPr>
          <p:cNvSpPr/>
          <p:nvPr userDrawn="1"/>
        </p:nvSpPr>
        <p:spPr>
          <a:xfrm>
            <a:off x="441821" y="1588547"/>
            <a:ext cx="11363773" cy="92726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56C300-8A35-4A18-B9B9-1E3661B1352C}"/>
              </a:ext>
            </a:extLst>
          </p:cNvPr>
          <p:cNvSpPr/>
          <p:nvPr userDrawn="1"/>
        </p:nvSpPr>
        <p:spPr>
          <a:xfrm>
            <a:off x="441821" y="2674723"/>
            <a:ext cx="11363773" cy="92726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BE8934-9D68-4E7E-A5D4-5DC60D7A5388}"/>
              </a:ext>
            </a:extLst>
          </p:cNvPr>
          <p:cNvSpPr/>
          <p:nvPr userDrawn="1"/>
        </p:nvSpPr>
        <p:spPr>
          <a:xfrm>
            <a:off x="441821" y="4847076"/>
            <a:ext cx="11363773" cy="92726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EBD49D6-DE22-4D77-B471-3C4E1AC23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26F6721-0186-4778-8F73-7EEF0983B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097" y="153230"/>
            <a:ext cx="11342232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AF933EB-587E-4B9C-AD2B-CBAC416237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798" y="2747660"/>
            <a:ext cx="10818087" cy="78139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7AF34C9-17CE-425D-9690-0A847DA642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5800" y="4920013"/>
            <a:ext cx="10818087" cy="7813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CEE244F-F951-4670-AEAF-67D9CC1868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799" y="1661484"/>
            <a:ext cx="10818087" cy="7813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18D818-CEFD-403C-8EA5-E658F7603F4E}"/>
              </a:ext>
            </a:extLst>
          </p:cNvPr>
          <p:cNvSpPr/>
          <p:nvPr userDrawn="1"/>
        </p:nvSpPr>
        <p:spPr>
          <a:xfrm>
            <a:off x="441821" y="3760899"/>
            <a:ext cx="11363773" cy="92726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B029CAC-29BE-4BFC-A06F-A9CBA9B02EB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5798" y="3833772"/>
            <a:ext cx="10818087" cy="78139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2987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x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EBFA53-3D67-304C-8BAB-F461F2DE5244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DBB0EB-7294-4151-9747-784D23B94A45}"/>
              </a:ext>
            </a:extLst>
          </p:cNvPr>
          <p:cNvSpPr/>
          <p:nvPr userDrawn="1"/>
        </p:nvSpPr>
        <p:spPr>
          <a:xfrm>
            <a:off x="441821" y="1395703"/>
            <a:ext cx="11363773" cy="71743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56C300-8A35-4A18-B9B9-1E3661B1352C}"/>
              </a:ext>
            </a:extLst>
          </p:cNvPr>
          <p:cNvSpPr/>
          <p:nvPr userDrawn="1"/>
        </p:nvSpPr>
        <p:spPr>
          <a:xfrm>
            <a:off x="441821" y="2335291"/>
            <a:ext cx="11363773" cy="71743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BE8934-9D68-4E7E-A5D4-5DC60D7A5388}"/>
              </a:ext>
            </a:extLst>
          </p:cNvPr>
          <p:cNvSpPr/>
          <p:nvPr userDrawn="1"/>
        </p:nvSpPr>
        <p:spPr>
          <a:xfrm>
            <a:off x="441821" y="3274879"/>
            <a:ext cx="11363773" cy="71743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0FC592-0804-4B6E-BC27-978BFF74EF31}"/>
              </a:ext>
            </a:extLst>
          </p:cNvPr>
          <p:cNvSpPr/>
          <p:nvPr userDrawn="1"/>
        </p:nvSpPr>
        <p:spPr>
          <a:xfrm>
            <a:off x="441821" y="4214467"/>
            <a:ext cx="11363773" cy="71743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EBD49D6-DE22-4D77-B471-3C4E1AC23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B668526-DB2E-4B4D-A7AB-73374A0B70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097" y="153230"/>
            <a:ext cx="11342232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024AB2B-F2A9-4D51-90B5-BF224AA4DE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797" y="1452135"/>
            <a:ext cx="10818087" cy="60456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D89DE9D-3BE7-480A-A9F7-A3B3771F88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5798" y="2390273"/>
            <a:ext cx="10818086" cy="60456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BFAE151-BD2B-46FE-8C01-B694ACC598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5797" y="3331311"/>
            <a:ext cx="10818088" cy="60456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49103FF-3323-4181-8232-E93B31AA105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5796" y="4270899"/>
            <a:ext cx="10818087" cy="60456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2879F4-DD4E-4EE1-9E1B-9F1FB5CE7F66}"/>
              </a:ext>
            </a:extLst>
          </p:cNvPr>
          <p:cNvSpPr/>
          <p:nvPr userDrawn="1"/>
        </p:nvSpPr>
        <p:spPr>
          <a:xfrm>
            <a:off x="442979" y="5154054"/>
            <a:ext cx="11363773" cy="71743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A3E9844-571E-44E6-B5B8-EC0AF29739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5796" y="5214234"/>
            <a:ext cx="10818087" cy="60456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0177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(Format 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9221D3-8348-4325-9C95-16793EEF1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097" y="153230"/>
            <a:ext cx="11342232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56EDC-1A10-41B1-8C8A-3A9DA51A432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912" y="1310990"/>
            <a:ext cx="11329490" cy="44966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EBFA53-3D67-304C-8BAB-F461F2DE5244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9E267B3-F1CB-40B7-9DB6-9D76B539B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BA5782D-F5DB-42B5-B236-D3060AB95BB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355917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Title  (Format 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9221D3-8348-4325-9C95-16793EEF1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" y="194694"/>
            <a:ext cx="11336135" cy="527468"/>
          </a:xfrm>
        </p:spPr>
        <p:txBody>
          <a:bodyPr anchor="ctr">
            <a:no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EBFA53-3D67-304C-8BAB-F461F2DE5244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21E0ABC-F1ED-4808-AA0F-E41E5263C2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912" y="1610139"/>
            <a:ext cx="11329490" cy="433576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B73E5AC-0FE8-4521-BF8B-6CA4809ED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04EBA4F-3D3A-4499-9A00-0FFB9BA15A6E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321BAD0-0913-44ED-803B-2E1B77252F2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8911" y="762921"/>
            <a:ext cx="11336135" cy="45438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65357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(Format 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D7E7471-44C5-463E-B019-1DAB8864F30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85720" y="2126516"/>
            <a:ext cx="5383620" cy="36591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ABE558-DBB8-C64A-B51B-A8140EAB3C38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D4C3115-AEBF-461F-9D32-921B43814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661" y="162466"/>
            <a:ext cx="11345668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1" y="2126516"/>
            <a:ext cx="5383620" cy="36591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394AFC7-A976-45A9-86D0-ACA2C9E13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9F425BD-72B8-4B01-9ACA-9BFB00817BD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602F1B-E91A-4D86-95C3-BBF4B0703D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659" y="1291960"/>
            <a:ext cx="5383619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2EA0E5-9CDC-4B54-9359-6369D410C8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4710" y="1291960"/>
            <a:ext cx="5383619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06206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(Format 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ABE558-DBB8-C64A-B51B-A8140EAB3C38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D4C3115-AEBF-461F-9D32-921B43814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661" y="162466"/>
            <a:ext cx="11345668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0" y="2126516"/>
            <a:ext cx="3484321" cy="366772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723F714-3F88-4BD4-AC24-34E5FACE19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53334" y="2126516"/>
            <a:ext cx="3484321" cy="366772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22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  <a:p>
            <a:pPr lvl="3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EF6C38-3476-49C8-90E7-4206E54DAD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284008" y="2126516"/>
            <a:ext cx="3484321" cy="366772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97A0584-AB17-44D0-ABF9-098E62808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AEDEF62-64B6-4E1F-9B14-9A667BB20E6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FE83922-F596-4602-BBD3-82F8875736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660" y="1291961"/>
            <a:ext cx="3484320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AE7DFD1-5400-4109-9C16-013CAF24F6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53335" y="1291961"/>
            <a:ext cx="3484320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FE4701E-774A-4A9B-A09F-73F5B1B9F1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84009" y="1291961"/>
            <a:ext cx="3484320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36031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(Format 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ABE558-DBB8-C64A-B51B-A8140EAB3C38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D4C3115-AEBF-461F-9D32-921B43814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662" y="162466"/>
            <a:ext cx="11345667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2" y="2152362"/>
            <a:ext cx="2558664" cy="364415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723F714-3F88-4BD4-AC24-34E5FACE19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81338" y="2152362"/>
            <a:ext cx="2558664" cy="364415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EF6C38-3476-49C8-90E7-4206E54DAD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210675" y="2152362"/>
            <a:ext cx="2558664" cy="364415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180FDBC-154E-4BA3-B8FD-99B1F42BBFB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352000" y="2152362"/>
            <a:ext cx="2558664" cy="364415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34C51BC-54AB-4BB0-8BBA-27770F60C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06BB692-DD2E-451E-AEB6-5A50AA34186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8155FA5-C82B-43AA-8B7A-2BDAF364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660" y="1291961"/>
            <a:ext cx="2558664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111E7F-E284-4EBB-BB85-84684DA93D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2000" y="1291961"/>
            <a:ext cx="2558664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4AD7BFB-8BAB-4D3C-AEDA-0A364FAD27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81338" y="1291961"/>
            <a:ext cx="2558664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C590827-116B-45F3-92CB-D987026FF04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09665" y="1291961"/>
            <a:ext cx="2558664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19045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 (Format 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C30B6CA-CF8E-4672-850C-BD70C9603821}"/>
              </a:ext>
            </a:extLst>
          </p:cNvPr>
          <p:cNvSpPr/>
          <p:nvPr userDrawn="1"/>
        </p:nvSpPr>
        <p:spPr>
          <a:xfrm>
            <a:off x="712380" y="3728614"/>
            <a:ext cx="5152479" cy="210186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70694BD-2766-4F24-B88E-F6B550AE66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9537" y="3788533"/>
            <a:ext cx="5045840" cy="19738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60968C-3F33-C64B-A2A1-E1BACC190A76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FFD388D-9BA2-4AF3-8F87-68BFB9446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662" y="162466"/>
            <a:ext cx="11345667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88BFEC-9B4B-478C-9350-F0E043928041}"/>
              </a:ext>
            </a:extLst>
          </p:cNvPr>
          <p:cNvSpPr/>
          <p:nvPr userDrawn="1"/>
        </p:nvSpPr>
        <p:spPr>
          <a:xfrm>
            <a:off x="712380" y="1343835"/>
            <a:ext cx="5152479" cy="210186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3C1C43B0-400A-449D-ACFE-40433649D3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537" y="1403754"/>
            <a:ext cx="5045840" cy="19738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E96329-C5C4-4C66-80E5-05DC22C737BF}"/>
              </a:ext>
            </a:extLst>
          </p:cNvPr>
          <p:cNvSpPr/>
          <p:nvPr userDrawn="1"/>
        </p:nvSpPr>
        <p:spPr>
          <a:xfrm>
            <a:off x="6327141" y="3731565"/>
            <a:ext cx="5152479" cy="210186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9E662AB3-3B2C-431F-9F9F-1EF7B8E26C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298" y="3791484"/>
            <a:ext cx="5045840" cy="19738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7F49AD-881D-42F0-833D-B17974AD30DA}"/>
              </a:ext>
            </a:extLst>
          </p:cNvPr>
          <p:cNvSpPr/>
          <p:nvPr userDrawn="1"/>
        </p:nvSpPr>
        <p:spPr>
          <a:xfrm>
            <a:off x="6327141" y="1346786"/>
            <a:ext cx="5152479" cy="210186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C835F84-1A40-4428-8F6C-71C4E6D937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74298" y="1406705"/>
            <a:ext cx="5045840" cy="19738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CEFB851-71F0-45F9-96B1-884083581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7F55D26-8F97-4FBF-8204-A08FFD4EE14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1015751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Block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960968C-3F33-C64B-A2A1-E1BACC190A76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FFD388D-9BA2-4AF3-8F87-68BFB9446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662" y="162466"/>
            <a:ext cx="11345667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0" name="Google Shape;1400;p7">
            <a:extLst>
              <a:ext uri="{FF2B5EF4-FFF2-40B4-BE49-F238E27FC236}">
                <a16:creationId xmlns:a16="http://schemas.microsoft.com/office/drawing/2014/main" id="{A67114E6-0022-46EA-AAAD-6F862022B4C5}"/>
              </a:ext>
            </a:extLst>
          </p:cNvPr>
          <p:cNvSpPr/>
          <p:nvPr userDrawn="1"/>
        </p:nvSpPr>
        <p:spPr>
          <a:xfrm>
            <a:off x="7391362" y="1344774"/>
            <a:ext cx="2092881" cy="1388330"/>
          </a:xfrm>
          <a:prstGeom prst="rect">
            <a:avLst/>
          </a:prstGeom>
          <a:solidFill>
            <a:srgbClr val="DA3E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1402;p7">
            <a:extLst>
              <a:ext uri="{FF2B5EF4-FFF2-40B4-BE49-F238E27FC236}">
                <a16:creationId xmlns:a16="http://schemas.microsoft.com/office/drawing/2014/main" id="{D2801E37-4810-474C-8EB6-29EB6E202AA6}"/>
              </a:ext>
            </a:extLst>
          </p:cNvPr>
          <p:cNvSpPr/>
          <p:nvPr userDrawn="1"/>
        </p:nvSpPr>
        <p:spPr>
          <a:xfrm>
            <a:off x="9694875" y="1344774"/>
            <a:ext cx="2092881" cy="1388330"/>
          </a:xfrm>
          <a:prstGeom prst="rect">
            <a:avLst/>
          </a:prstGeom>
          <a:solidFill>
            <a:srgbClr val="F9A01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1405;p7">
            <a:extLst>
              <a:ext uri="{FF2B5EF4-FFF2-40B4-BE49-F238E27FC236}">
                <a16:creationId xmlns:a16="http://schemas.microsoft.com/office/drawing/2014/main" id="{5DB06AF0-821F-45C0-BE62-36CB24D1F669}"/>
              </a:ext>
            </a:extLst>
          </p:cNvPr>
          <p:cNvSpPr/>
          <p:nvPr userDrawn="1"/>
        </p:nvSpPr>
        <p:spPr>
          <a:xfrm>
            <a:off x="9694875" y="2866166"/>
            <a:ext cx="2092881" cy="1388330"/>
          </a:xfrm>
          <a:prstGeom prst="rect">
            <a:avLst/>
          </a:prstGeom>
          <a:solidFill>
            <a:srgbClr val="0048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1408;p7">
            <a:extLst>
              <a:ext uri="{FF2B5EF4-FFF2-40B4-BE49-F238E27FC236}">
                <a16:creationId xmlns:a16="http://schemas.microsoft.com/office/drawing/2014/main" id="{A022F8D5-879C-4506-8F76-2BEA3592E88B}"/>
              </a:ext>
            </a:extLst>
          </p:cNvPr>
          <p:cNvSpPr/>
          <p:nvPr userDrawn="1"/>
        </p:nvSpPr>
        <p:spPr>
          <a:xfrm>
            <a:off x="7391362" y="4419346"/>
            <a:ext cx="2092881" cy="1388330"/>
          </a:xfrm>
          <a:prstGeom prst="rect">
            <a:avLst/>
          </a:prstGeom>
          <a:solidFill>
            <a:srgbClr val="12642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1411;p7">
            <a:extLst>
              <a:ext uri="{FF2B5EF4-FFF2-40B4-BE49-F238E27FC236}">
                <a16:creationId xmlns:a16="http://schemas.microsoft.com/office/drawing/2014/main" id="{9F230A47-CC3B-4A6E-AEC7-D399000944AA}"/>
              </a:ext>
            </a:extLst>
          </p:cNvPr>
          <p:cNvSpPr/>
          <p:nvPr userDrawn="1"/>
        </p:nvSpPr>
        <p:spPr>
          <a:xfrm>
            <a:off x="7391362" y="2866166"/>
            <a:ext cx="2092881" cy="1388330"/>
          </a:xfrm>
          <a:prstGeom prst="rect">
            <a:avLst/>
          </a:prstGeom>
          <a:solidFill>
            <a:srgbClr val="00AC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1415;p7">
            <a:extLst>
              <a:ext uri="{FF2B5EF4-FFF2-40B4-BE49-F238E27FC236}">
                <a16:creationId xmlns:a16="http://schemas.microsoft.com/office/drawing/2014/main" id="{70CF3E91-B167-4A48-8DE1-926D5EE2BB16}"/>
              </a:ext>
            </a:extLst>
          </p:cNvPr>
          <p:cNvSpPr/>
          <p:nvPr userDrawn="1"/>
        </p:nvSpPr>
        <p:spPr>
          <a:xfrm>
            <a:off x="9694875" y="4419346"/>
            <a:ext cx="2092881" cy="1388330"/>
          </a:xfrm>
          <a:prstGeom prst="rect">
            <a:avLst/>
          </a:prstGeom>
          <a:solidFill>
            <a:srgbClr val="70417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720394E1-8DA0-4227-9B34-E39EB195840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0" y="1344774"/>
            <a:ext cx="6658624" cy="44629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0B9BD695-6D13-46D8-955C-17581D999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78564C9F-4B03-4E3D-8D23-9D0F94A8EF0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B25FBF2-7060-43E9-8450-68A597F900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91362" y="1338194"/>
            <a:ext cx="2092881" cy="138833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AA3DE8DF-337F-40FE-871B-736E8B1E18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4875" y="1338606"/>
            <a:ext cx="2092881" cy="138833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23C0A94-5A7E-42CB-A156-1E6D55C94D7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91362" y="2866166"/>
            <a:ext cx="2092881" cy="138833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A85955E6-5A96-4E3E-9692-F796D09ACA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4875" y="2866578"/>
            <a:ext cx="2092881" cy="138833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764C32C-C1BC-43BB-8114-1D0EEB1A6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391362" y="4415884"/>
            <a:ext cx="2092881" cy="138833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B15532E-DF63-4B05-96F0-3437EBAFCC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4875" y="4416296"/>
            <a:ext cx="2092881" cy="138833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6764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Block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960968C-3F33-C64B-A2A1-E1BACC190A76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FFD388D-9BA2-4AF3-8F87-68BFB9446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126" y="162466"/>
            <a:ext cx="11530204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4" name="Google Shape;1500;p14">
            <a:extLst>
              <a:ext uri="{FF2B5EF4-FFF2-40B4-BE49-F238E27FC236}">
                <a16:creationId xmlns:a16="http://schemas.microsoft.com/office/drawing/2014/main" id="{C4C62A44-EE4B-4CFB-BC8E-7558FF46263C}"/>
              </a:ext>
            </a:extLst>
          </p:cNvPr>
          <p:cNvSpPr/>
          <p:nvPr userDrawn="1"/>
        </p:nvSpPr>
        <p:spPr>
          <a:xfrm>
            <a:off x="259384" y="1395226"/>
            <a:ext cx="1828823" cy="962338"/>
          </a:xfrm>
          <a:prstGeom prst="rect">
            <a:avLst/>
          </a:prstGeom>
          <a:solidFill>
            <a:srgbClr val="DA3E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503;p14">
            <a:extLst>
              <a:ext uri="{FF2B5EF4-FFF2-40B4-BE49-F238E27FC236}">
                <a16:creationId xmlns:a16="http://schemas.microsoft.com/office/drawing/2014/main" id="{AAB4D319-4957-4904-A771-7B5B97A10E54}"/>
              </a:ext>
            </a:extLst>
          </p:cNvPr>
          <p:cNvSpPr/>
          <p:nvPr/>
        </p:nvSpPr>
        <p:spPr>
          <a:xfrm>
            <a:off x="8166816" y="1395226"/>
            <a:ext cx="1828800" cy="962338"/>
          </a:xfrm>
          <a:prstGeom prst="rect">
            <a:avLst/>
          </a:prstGeom>
          <a:solidFill>
            <a:srgbClr val="F9A01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506;p14">
            <a:extLst>
              <a:ext uri="{FF2B5EF4-FFF2-40B4-BE49-F238E27FC236}">
                <a16:creationId xmlns:a16="http://schemas.microsoft.com/office/drawing/2014/main" id="{DD2EEACE-CDF4-4F29-B95B-C77BC44C378C}"/>
              </a:ext>
            </a:extLst>
          </p:cNvPr>
          <p:cNvSpPr/>
          <p:nvPr/>
        </p:nvSpPr>
        <p:spPr>
          <a:xfrm>
            <a:off x="4213100" y="1395226"/>
            <a:ext cx="1828823" cy="962337"/>
          </a:xfrm>
          <a:prstGeom prst="rect">
            <a:avLst/>
          </a:prstGeom>
          <a:solidFill>
            <a:srgbClr val="0048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1509;p14">
            <a:extLst>
              <a:ext uri="{FF2B5EF4-FFF2-40B4-BE49-F238E27FC236}">
                <a16:creationId xmlns:a16="http://schemas.microsoft.com/office/drawing/2014/main" id="{F3959E27-BF55-4A6B-B275-C4E8ED22648B}"/>
              </a:ext>
            </a:extLst>
          </p:cNvPr>
          <p:cNvSpPr/>
          <p:nvPr/>
        </p:nvSpPr>
        <p:spPr>
          <a:xfrm>
            <a:off x="10143650" y="1395226"/>
            <a:ext cx="1828823" cy="962338"/>
          </a:xfrm>
          <a:prstGeom prst="rect">
            <a:avLst/>
          </a:prstGeom>
          <a:solidFill>
            <a:srgbClr val="12642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512;p14">
            <a:extLst>
              <a:ext uri="{FF2B5EF4-FFF2-40B4-BE49-F238E27FC236}">
                <a16:creationId xmlns:a16="http://schemas.microsoft.com/office/drawing/2014/main" id="{86AEE25E-38D1-4172-AA05-4A06405E8290}"/>
              </a:ext>
            </a:extLst>
          </p:cNvPr>
          <p:cNvSpPr/>
          <p:nvPr userDrawn="1"/>
        </p:nvSpPr>
        <p:spPr>
          <a:xfrm>
            <a:off x="2236242" y="1395226"/>
            <a:ext cx="1828823" cy="962338"/>
          </a:xfrm>
          <a:prstGeom prst="rect">
            <a:avLst/>
          </a:prstGeom>
          <a:solidFill>
            <a:srgbClr val="00AC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515;p14">
            <a:extLst>
              <a:ext uri="{FF2B5EF4-FFF2-40B4-BE49-F238E27FC236}">
                <a16:creationId xmlns:a16="http://schemas.microsoft.com/office/drawing/2014/main" id="{F82DDF97-C5EE-4759-9B08-6C2C8D8B9147}"/>
              </a:ext>
            </a:extLst>
          </p:cNvPr>
          <p:cNvSpPr/>
          <p:nvPr/>
        </p:nvSpPr>
        <p:spPr>
          <a:xfrm>
            <a:off x="6189958" y="1395226"/>
            <a:ext cx="1828823" cy="962338"/>
          </a:xfrm>
          <a:prstGeom prst="rect">
            <a:avLst/>
          </a:prstGeom>
          <a:solidFill>
            <a:srgbClr val="70417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9D7C198D-E74A-40E2-B67A-3D86F565CE6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50240" y="2459697"/>
            <a:ext cx="1828823" cy="34016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0"/>
            <a:endParaRPr lang="en-US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A56288B7-0ECA-4B6D-9A00-2C410CF24A2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227093" y="2459697"/>
            <a:ext cx="1828823" cy="34016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CF797EC0-089F-434C-A16A-F2F2559995E6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4203946" y="2459697"/>
            <a:ext cx="1828823" cy="34016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825B885B-26E6-4727-ADE0-32B509EDC350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80799" y="2459697"/>
            <a:ext cx="1828823" cy="34016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7EF22A35-1E83-44B6-8D34-9821E47A7E1B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8157652" y="2459697"/>
            <a:ext cx="1828823" cy="34016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A22ACBF1-6AAD-4167-94B6-C15B8D217284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0134506" y="2459697"/>
            <a:ext cx="1828823" cy="34016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4A0DF61-56EB-4ADA-BAB9-192D914EA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10CFBC0-54CB-4D96-85CC-A715FCA5166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1106F6B-14AC-469F-B3C7-5D4342B7CB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9800" y="1394828"/>
            <a:ext cx="1819263" cy="962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EC3EAA8-B033-4C32-93CD-E3AA518E875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36963" y="1394828"/>
            <a:ext cx="1819263" cy="962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CDB5986A-4798-4C91-87EA-85551989DB0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14126" y="1394828"/>
            <a:ext cx="1819263" cy="962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053BCBC-BF23-438B-AD87-3BFF96CB4E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1289" y="1394828"/>
            <a:ext cx="1819263" cy="962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B5B90C66-4A5B-4EA9-BF72-44B0367775F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8452" y="1394828"/>
            <a:ext cx="1819263" cy="962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343B806-D62C-48BC-8566-51148D8D3E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45613" y="1394828"/>
            <a:ext cx="1819263" cy="9623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110118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evron (Format 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ABE558-DBB8-C64A-B51B-A8140EAB3C38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D4C3115-AEBF-461F-9D32-921B43814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662" y="162466"/>
            <a:ext cx="11345667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1" y="1986331"/>
            <a:ext cx="3609027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BC3C781A-14A4-43D4-BDD1-6AF4E93E22E8}"/>
              </a:ext>
            </a:extLst>
          </p:cNvPr>
          <p:cNvSpPr/>
          <p:nvPr userDrawn="1"/>
        </p:nvSpPr>
        <p:spPr>
          <a:xfrm>
            <a:off x="422659" y="1322171"/>
            <a:ext cx="3994795" cy="600363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94E0E128-4C73-417B-BB43-E8167C2554A2}"/>
              </a:ext>
            </a:extLst>
          </p:cNvPr>
          <p:cNvSpPr/>
          <p:nvPr userDrawn="1"/>
        </p:nvSpPr>
        <p:spPr>
          <a:xfrm>
            <a:off x="4222166" y="1322171"/>
            <a:ext cx="3994795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9F1ABF6-D8BE-480C-89BD-D4D59C3F65CF}"/>
              </a:ext>
            </a:extLst>
          </p:cNvPr>
          <p:cNvSpPr/>
          <p:nvPr userDrawn="1"/>
        </p:nvSpPr>
        <p:spPr>
          <a:xfrm>
            <a:off x="8021673" y="1322171"/>
            <a:ext cx="3994795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C6F9A36-043A-4404-B781-F447CAB8FB9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4222167" y="1986331"/>
            <a:ext cx="3609027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2F95ECF-640E-49D3-A836-DBCAB2EAD058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021673" y="1986331"/>
            <a:ext cx="3609027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6A871F8-B084-4ED6-9838-2BF31B3E6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5783A7-73E4-40BA-8641-1B91C9DB8C2D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146825B-D9F2-4418-9349-A46BDC455B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7712" y="1328749"/>
            <a:ext cx="3183081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F904253-FD16-4FAA-9ABB-79A0500424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44041" y="1328749"/>
            <a:ext cx="3183081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72DF980-B89C-4B1E-9A58-3129A20E147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34858" y="1328749"/>
            <a:ext cx="3183081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12125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evron (Format 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ABE558-DBB8-C64A-B51B-A8140EAB3C38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D4C3115-AEBF-461F-9D32-921B43814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662" y="162466"/>
            <a:ext cx="11345667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2" y="1986331"/>
            <a:ext cx="2736156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BC3C781A-14A4-43D4-BDD1-6AF4E93E22E8}"/>
              </a:ext>
            </a:extLst>
          </p:cNvPr>
          <p:cNvSpPr/>
          <p:nvPr userDrawn="1"/>
        </p:nvSpPr>
        <p:spPr>
          <a:xfrm>
            <a:off x="422660" y="1322171"/>
            <a:ext cx="3028623" cy="600363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94E0E128-4C73-417B-BB43-E8167C2554A2}"/>
              </a:ext>
            </a:extLst>
          </p:cNvPr>
          <p:cNvSpPr/>
          <p:nvPr userDrawn="1"/>
        </p:nvSpPr>
        <p:spPr>
          <a:xfrm>
            <a:off x="3265419" y="1322171"/>
            <a:ext cx="3028623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EE2848AF-CBDE-472C-BE74-E019FF0CD766}"/>
              </a:ext>
            </a:extLst>
          </p:cNvPr>
          <p:cNvSpPr/>
          <p:nvPr userDrawn="1"/>
        </p:nvSpPr>
        <p:spPr>
          <a:xfrm>
            <a:off x="6108178" y="1322171"/>
            <a:ext cx="3028623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9F1ABF6-D8BE-480C-89BD-D4D59C3F65CF}"/>
              </a:ext>
            </a:extLst>
          </p:cNvPr>
          <p:cNvSpPr/>
          <p:nvPr userDrawn="1"/>
        </p:nvSpPr>
        <p:spPr>
          <a:xfrm>
            <a:off x="8988697" y="1322171"/>
            <a:ext cx="3028623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C6F9A36-043A-4404-B781-F447CAB8FB9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3265419" y="1986331"/>
            <a:ext cx="2736156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F875101A-36F5-4344-82D7-E84FE969FBE1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108176" y="1986331"/>
            <a:ext cx="2736156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2F95ECF-640E-49D3-A836-DBCAB2EAD058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988697" y="1986331"/>
            <a:ext cx="2736156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6A871F8-B084-4ED6-9838-2BF31B3E6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5783A7-73E4-40BA-8641-1B91C9DB8C2D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146825B-D9F2-4418-9349-A46BDC455B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7713" y="1328749"/>
            <a:ext cx="2413228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F904253-FD16-4FAA-9ABB-79A0500424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83593" y="1328749"/>
            <a:ext cx="2413228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28DEB19C-1440-4282-9B03-793587A718F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19207" y="1328749"/>
            <a:ext cx="2413228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72DF980-B89C-4B1E-9A58-3129A20E147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01882" y="1328749"/>
            <a:ext cx="2413228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01690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hevron (Format 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ABE558-DBB8-C64A-B51B-A8140EAB3C38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D4C3115-AEBF-461F-9D32-921B43814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662" y="162466"/>
            <a:ext cx="11345667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2" y="1986331"/>
            <a:ext cx="2207769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BC3C781A-14A4-43D4-BDD1-6AF4E93E22E8}"/>
              </a:ext>
            </a:extLst>
          </p:cNvPr>
          <p:cNvSpPr/>
          <p:nvPr userDrawn="1"/>
        </p:nvSpPr>
        <p:spPr>
          <a:xfrm>
            <a:off x="422660" y="1322171"/>
            <a:ext cx="2443757" cy="600363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94E0E128-4C73-417B-BB43-E8167C2554A2}"/>
              </a:ext>
            </a:extLst>
          </p:cNvPr>
          <p:cNvSpPr/>
          <p:nvPr userDrawn="1"/>
        </p:nvSpPr>
        <p:spPr>
          <a:xfrm>
            <a:off x="2690804" y="1322171"/>
            <a:ext cx="2443757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EE2848AF-CBDE-472C-BE74-E019FF0CD766}"/>
              </a:ext>
            </a:extLst>
          </p:cNvPr>
          <p:cNvSpPr/>
          <p:nvPr userDrawn="1"/>
        </p:nvSpPr>
        <p:spPr>
          <a:xfrm>
            <a:off x="7227092" y="1322171"/>
            <a:ext cx="2443757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9F1ABF6-D8BE-480C-89BD-D4D59C3F65CF}"/>
              </a:ext>
            </a:extLst>
          </p:cNvPr>
          <p:cNvSpPr/>
          <p:nvPr userDrawn="1"/>
        </p:nvSpPr>
        <p:spPr>
          <a:xfrm>
            <a:off x="9495237" y="1322171"/>
            <a:ext cx="2443757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C6F9A36-043A-4404-B781-F447CAB8FB9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690806" y="1986331"/>
            <a:ext cx="2207769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F875101A-36F5-4344-82D7-E84FE969FBE1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7227094" y="1986331"/>
            <a:ext cx="2207769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2F95ECF-640E-49D3-A836-DBCAB2EAD058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9495237" y="1986331"/>
            <a:ext cx="2207769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6A871F8-B084-4ED6-9838-2BF31B3E6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5783A7-73E4-40BA-8641-1B91C9DB8C2D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146825B-D9F2-4418-9349-A46BDC455B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7713" y="1328749"/>
            <a:ext cx="1947203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F904253-FD16-4FAA-9ABB-79A0500424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91537" y="1328749"/>
            <a:ext cx="1947203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28DEB19C-1440-4282-9B03-793587A718F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24377" y="1328749"/>
            <a:ext cx="1947203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72DF980-B89C-4B1E-9A58-3129A20E147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422" y="1328749"/>
            <a:ext cx="1947203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62EA48B1-3A94-4189-BDC0-E22EF2608C43}"/>
              </a:ext>
            </a:extLst>
          </p:cNvPr>
          <p:cNvSpPr/>
          <p:nvPr userDrawn="1"/>
        </p:nvSpPr>
        <p:spPr>
          <a:xfrm>
            <a:off x="4958948" y="1328749"/>
            <a:ext cx="2443757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158186A-4A8A-48D7-850B-FEF6B3A747A1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4958950" y="1992909"/>
            <a:ext cx="2207769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BD0F29D-3121-45B4-9027-1E5117BCEAD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4829" y="1335327"/>
            <a:ext cx="1947203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446422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(Format 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E0729C3-ACF1-4E41-B822-FC5A03165595}"/>
              </a:ext>
            </a:extLst>
          </p:cNvPr>
          <p:cNvSpPr/>
          <p:nvPr userDrawn="1"/>
        </p:nvSpPr>
        <p:spPr>
          <a:xfrm>
            <a:off x="386540" y="3372389"/>
            <a:ext cx="2200275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630556-1203-444D-9406-8EE318B5B62D}"/>
              </a:ext>
            </a:extLst>
          </p:cNvPr>
          <p:cNvSpPr/>
          <p:nvPr userDrawn="1"/>
        </p:nvSpPr>
        <p:spPr>
          <a:xfrm>
            <a:off x="2696352" y="3372389"/>
            <a:ext cx="2200275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5910CA-54F1-4812-905F-477F1B94A069}"/>
              </a:ext>
            </a:extLst>
          </p:cNvPr>
          <p:cNvSpPr/>
          <p:nvPr userDrawn="1"/>
        </p:nvSpPr>
        <p:spPr>
          <a:xfrm>
            <a:off x="5006164" y="3372389"/>
            <a:ext cx="2200275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12D5BA-B9DC-4C3A-8F29-0221C1A88107}"/>
              </a:ext>
            </a:extLst>
          </p:cNvPr>
          <p:cNvSpPr/>
          <p:nvPr userDrawn="1"/>
        </p:nvSpPr>
        <p:spPr>
          <a:xfrm>
            <a:off x="7315976" y="3372389"/>
            <a:ext cx="2200275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FE10E2-8D3B-4767-B6E0-27F1C0B4C047}"/>
              </a:ext>
            </a:extLst>
          </p:cNvPr>
          <p:cNvSpPr/>
          <p:nvPr userDrawn="1"/>
        </p:nvSpPr>
        <p:spPr>
          <a:xfrm>
            <a:off x="9625788" y="3372153"/>
            <a:ext cx="2200275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6C6169-6835-4943-80F4-23BCECDD3F0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481914" y="2538998"/>
            <a:ext cx="4763" cy="747027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E6F3C4-95C1-49A1-8C1A-8B07DC3E6F2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789345" y="3830461"/>
            <a:ext cx="4763" cy="747027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E8C7092-4FAF-491B-95F5-3A72870FA8D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01538" y="2538997"/>
            <a:ext cx="4763" cy="747027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C78854-7097-4280-ABBA-C6320921F60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8389918" y="3830460"/>
            <a:ext cx="4763" cy="747027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C4280E-0FDC-4BFA-9394-244BF06A903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616389" y="2538996"/>
            <a:ext cx="4763" cy="747027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DA5B326-4BC0-484C-8A52-EB4943337D62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32BFFCFC-E0C2-42A4-859F-5884E81DD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662" y="162466"/>
            <a:ext cx="11345667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3F74E0D-4003-44A2-BEDF-91EC2C3A3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B4199EE9-87CA-41D4-9D46-11207226E087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52E01429-D53B-4684-99F3-0DD6A7CCD3B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1970" y="1438055"/>
            <a:ext cx="2974837" cy="109029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FEC9E24E-8820-4156-B685-C6F343385E1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4314" y="1438055"/>
            <a:ext cx="2974837" cy="109029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0444552D-FB60-4F31-9520-3B89BF2667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46657" y="1438055"/>
            <a:ext cx="2974837" cy="109029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89222BC9-3852-4736-8912-A9925196CFD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498142" y="4633929"/>
            <a:ext cx="2974837" cy="109029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1765D2-0AB8-47C9-9148-50593080FB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30486" y="4633929"/>
            <a:ext cx="2974837" cy="109029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3306E3D-0D51-45B8-A1C0-AF06F1ED282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1746" y="3402418"/>
            <a:ext cx="2149864" cy="415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2F3B708F-0327-4B40-B849-8724F0672B0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14413" y="3402418"/>
            <a:ext cx="2149864" cy="415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1894A72A-360F-4813-974A-BE183FB1741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1370" y="3402418"/>
            <a:ext cx="2149864" cy="415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76E79E5-7B66-4324-87D2-B80EB36D95F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331242" y="3402418"/>
            <a:ext cx="2149864" cy="415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B95D1B6D-E882-4E48-B140-B4FA5795F2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42446" y="3402418"/>
            <a:ext cx="2149864" cy="415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857940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Month (Format 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7C4E4-2D06-490E-9697-F8F066CE1C1F}"/>
              </a:ext>
            </a:extLst>
          </p:cNvPr>
          <p:cNvSpPr/>
          <p:nvPr userDrawn="1"/>
        </p:nvSpPr>
        <p:spPr>
          <a:xfrm>
            <a:off x="0" y="6017606"/>
            <a:ext cx="12192000" cy="527467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0E875-7581-43F3-85AE-4FC91D736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350" y="6062943"/>
            <a:ext cx="997300" cy="39892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DA5B326-4BC0-484C-8A52-EB4943337D62}"/>
              </a:ext>
            </a:extLst>
          </p:cNvPr>
          <p:cNvSpPr/>
          <p:nvPr userDrawn="1"/>
        </p:nvSpPr>
        <p:spPr>
          <a:xfrm>
            <a:off x="0" y="6502622"/>
            <a:ext cx="12192000" cy="123465"/>
          </a:xfrm>
          <a:prstGeom prst="rect">
            <a:avLst/>
          </a:prstGeom>
          <a:solidFill>
            <a:srgbClr val="F16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518B"/>
              </a:solidFill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32BFFCFC-E0C2-42A4-859F-5884E81DD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662" y="162466"/>
            <a:ext cx="11345667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3F74E0D-4003-44A2-BEDF-91EC2C3A3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B4199EE9-87CA-41D4-9D46-11207226E087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8EF1C3-C7F3-4A05-AF54-FC7A9D6E291D}"/>
              </a:ext>
            </a:extLst>
          </p:cNvPr>
          <p:cNvSpPr/>
          <p:nvPr userDrawn="1"/>
        </p:nvSpPr>
        <p:spPr>
          <a:xfrm>
            <a:off x="1505639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44440C02-52A2-443D-9850-C05B1CC606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1081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AE57A17-21B0-4478-932F-2DBE87E6357E}"/>
              </a:ext>
            </a:extLst>
          </p:cNvPr>
          <p:cNvSpPr/>
          <p:nvPr userDrawn="1"/>
        </p:nvSpPr>
        <p:spPr>
          <a:xfrm>
            <a:off x="2363125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D77035B-4473-498E-A5C5-E00D6F7989FA}"/>
              </a:ext>
            </a:extLst>
          </p:cNvPr>
          <p:cNvSpPr/>
          <p:nvPr userDrawn="1"/>
        </p:nvSpPr>
        <p:spPr>
          <a:xfrm>
            <a:off x="3220611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AC0D8F7-688C-4FEA-9AD6-3EB629869713}"/>
              </a:ext>
            </a:extLst>
          </p:cNvPr>
          <p:cNvSpPr/>
          <p:nvPr userDrawn="1"/>
        </p:nvSpPr>
        <p:spPr>
          <a:xfrm>
            <a:off x="4078097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A45063-8870-4F0C-9539-86583740EFA8}"/>
              </a:ext>
            </a:extLst>
          </p:cNvPr>
          <p:cNvSpPr/>
          <p:nvPr userDrawn="1"/>
        </p:nvSpPr>
        <p:spPr>
          <a:xfrm>
            <a:off x="4935583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6CD54BE-68E3-4B28-A5CE-AC46FC750863}"/>
              </a:ext>
            </a:extLst>
          </p:cNvPr>
          <p:cNvSpPr/>
          <p:nvPr userDrawn="1"/>
        </p:nvSpPr>
        <p:spPr>
          <a:xfrm>
            <a:off x="5793069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DCAC00F-00B3-4CEB-AC9A-FE4793E32FC6}"/>
              </a:ext>
            </a:extLst>
          </p:cNvPr>
          <p:cNvSpPr/>
          <p:nvPr userDrawn="1"/>
        </p:nvSpPr>
        <p:spPr>
          <a:xfrm>
            <a:off x="6650555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A4F026D-07C8-4863-B49F-5B2E1BE42ECC}"/>
              </a:ext>
            </a:extLst>
          </p:cNvPr>
          <p:cNvSpPr/>
          <p:nvPr userDrawn="1"/>
        </p:nvSpPr>
        <p:spPr>
          <a:xfrm>
            <a:off x="7508041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F97762D-01F3-494D-9C05-573F05113364}"/>
              </a:ext>
            </a:extLst>
          </p:cNvPr>
          <p:cNvSpPr/>
          <p:nvPr userDrawn="1"/>
        </p:nvSpPr>
        <p:spPr>
          <a:xfrm>
            <a:off x="8365527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8ECDD6B-669B-41B4-A2AB-37AB3E630273}"/>
              </a:ext>
            </a:extLst>
          </p:cNvPr>
          <p:cNvSpPr/>
          <p:nvPr userDrawn="1"/>
        </p:nvSpPr>
        <p:spPr>
          <a:xfrm>
            <a:off x="9223013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3A061A1-FC23-4A3E-A53A-803357DD362C}"/>
              </a:ext>
            </a:extLst>
          </p:cNvPr>
          <p:cNvSpPr/>
          <p:nvPr userDrawn="1"/>
        </p:nvSpPr>
        <p:spPr>
          <a:xfrm>
            <a:off x="10080499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252DBF2-781E-4EEB-9ED7-86BB8AB4C9E4}"/>
              </a:ext>
            </a:extLst>
          </p:cNvPr>
          <p:cNvSpPr/>
          <p:nvPr userDrawn="1"/>
        </p:nvSpPr>
        <p:spPr>
          <a:xfrm>
            <a:off x="10937981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1978D52B-C0ED-41F9-815E-EA309C559B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98735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914ACD4F-1F6A-4316-B1C5-2561446AED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56389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77" name="Text Placeholder 3">
            <a:extLst>
              <a:ext uri="{FF2B5EF4-FFF2-40B4-BE49-F238E27FC236}">
                <a16:creationId xmlns:a16="http://schemas.microsoft.com/office/drawing/2014/main" id="{71C232EE-2C6C-4717-977C-74903E903D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14043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78" name="Text Placeholder 3">
            <a:extLst>
              <a:ext uri="{FF2B5EF4-FFF2-40B4-BE49-F238E27FC236}">
                <a16:creationId xmlns:a16="http://schemas.microsoft.com/office/drawing/2014/main" id="{B9816630-2B80-4C28-B33D-DD0812A8B7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71697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300DEE89-C49F-46E0-A77A-D7B950BD04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29351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0" name="Text Placeholder 3">
            <a:extLst>
              <a:ext uri="{FF2B5EF4-FFF2-40B4-BE49-F238E27FC236}">
                <a16:creationId xmlns:a16="http://schemas.microsoft.com/office/drawing/2014/main" id="{BDB9C754-9DD6-4FD0-B899-C683F1F2C7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87005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1" name="Text Placeholder 3">
            <a:extLst>
              <a:ext uri="{FF2B5EF4-FFF2-40B4-BE49-F238E27FC236}">
                <a16:creationId xmlns:a16="http://schemas.microsoft.com/office/drawing/2014/main" id="{4D99DBD6-2784-4E29-980C-00181C5FAD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44659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E50CF8F-FEE4-41EF-9F66-25AD46C90E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02313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3" name="Text Placeholder 3">
            <a:extLst>
              <a:ext uri="{FF2B5EF4-FFF2-40B4-BE49-F238E27FC236}">
                <a16:creationId xmlns:a16="http://schemas.microsoft.com/office/drawing/2014/main" id="{BF82666D-5E30-464E-BDAC-A160E2BB5AD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59967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4" name="Text Placeholder 3">
            <a:extLst>
              <a:ext uri="{FF2B5EF4-FFF2-40B4-BE49-F238E27FC236}">
                <a16:creationId xmlns:a16="http://schemas.microsoft.com/office/drawing/2014/main" id="{F1C6E7F8-730C-45CB-B7CD-9CBFC0B972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17621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5" name="Text Placeholder 3">
            <a:extLst>
              <a:ext uri="{FF2B5EF4-FFF2-40B4-BE49-F238E27FC236}">
                <a16:creationId xmlns:a16="http://schemas.microsoft.com/office/drawing/2014/main" id="{2D130999-4F04-4097-B8B8-46F5B3D041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75270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2466873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2EAA20-EA13-F943-95AF-7156B689A8C1}"/>
              </a:ext>
            </a:extLst>
          </p:cNvPr>
          <p:cNvSpPr/>
          <p:nvPr userDrawn="1"/>
        </p:nvSpPr>
        <p:spPr>
          <a:xfrm>
            <a:off x="-10896" y="0"/>
            <a:ext cx="3955586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close up of a sign&#10;&#10;Description automatically generated">
            <a:extLst>
              <a:ext uri="{FF2B5EF4-FFF2-40B4-BE49-F238E27FC236}">
                <a16:creationId xmlns:a16="http://schemas.microsoft.com/office/drawing/2014/main" id="{910B0988-AF98-C545-A6AB-AD57B467B0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77" y="208290"/>
            <a:ext cx="997300" cy="39892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EACD710-AF49-45B9-A441-E297080941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7772" y="2169994"/>
            <a:ext cx="3364427" cy="2343445"/>
          </a:xfrm>
          <a:noFill/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3F9A152-B0F8-439B-904F-B7F799A0A15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50122" y="541155"/>
            <a:ext cx="7195092" cy="560112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8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8CED5B-B483-4410-B48F-0EF1083FE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0C03CF-2815-4963-B8BF-620138540BE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944680" y="6624083"/>
            <a:ext cx="7744968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3314925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07FE31F-6F7C-45E4-8003-85B28143C0E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1682" y="495380"/>
            <a:ext cx="7959711" cy="560112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2EAA20-EA13-F943-95AF-7156B689A8C1}"/>
              </a:ext>
            </a:extLst>
          </p:cNvPr>
          <p:cNvSpPr/>
          <p:nvPr userDrawn="1"/>
        </p:nvSpPr>
        <p:spPr>
          <a:xfrm>
            <a:off x="-10897" y="0"/>
            <a:ext cx="3161145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close up of a sign&#10;&#10;Description automatically generated">
            <a:extLst>
              <a:ext uri="{FF2B5EF4-FFF2-40B4-BE49-F238E27FC236}">
                <a16:creationId xmlns:a16="http://schemas.microsoft.com/office/drawing/2014/main" id="{910B0988-AF98-C545-A6AB-AD57B467B0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77" y="208290"/>
            <a:ext cx="997300" cy="39892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6CD2B28D-4529-4C9A-AFA6-6D4C9BE5EC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7773" y="2124219"/>
            <a:ext cx="2653227" cy="2343445"/>
          </a:xfrm>
          <a:noFill/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232BF9F-895C-4BFF-9442-55A2A16E6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DD3F05F-2DE8-40B9-8893-2D8C18289FF7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36607" y="6624083"/>
            <a:ext cx="8549640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10090228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2EAA20-EA13-F943-95AF-7156B689A8C1}"/>
              </a:ext>
            </a:extLst>
          </p:cNvPr>
          <p:cNvSpPr/>
          <p:nvPr userDrawn="1"/>
        </p:nvSpPr>
        <p:spPr>
          <a:xfrm>
            <a:off x="8232648" y="0"/>
            <a:ext cx="3959352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38B0E79F-646D-4550-B676-BF71F51A83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746" y="208290"/>
            <a:ext cx="997300" cy="398921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0542048-6A1A-43CC-8389-EAC4A034615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1522" y="1333499"/>
            <a:ext cx="7322778" cy="47960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811BCE-5BA2-45A6-98D4-26268E18D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523" y="170189"/>
            <a:ext cx="7322778" cy="932547"/>
          </a:xfrm>
        </p:spPr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C50E2FC-0CF8-4B68-9B1E-F9B77D460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BA08DB4-CB86-4583-9FFC-68FCB3C5559E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-13" y="6624083"/>
            <a:ext cx="8229600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B84CF98-5DC5-462E-A0FC-A0187D9192E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24906" y="1996624"/>
            <a:ext cx="2974837" cy="208857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308132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F67F23-921A-41C8-95E3-94431E1C6235}"/>
              </a:ext>
            </a:extLst>
          </p:cNvPr>
          <p:cNvSpPr/>
          <p:nvPr userDrawn="1"/>
        </p:nvSpPr>
        <p:spPr>
          <a:xfrm>
            <a:off x="9030855" y="0"/>
            <a:ext cx="3161145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close up of a sign&#10;&#10;Description automatically generated">
            <a:extLst>
              <a:ext uri="{FF2B5EF4-FFF2-40B4-BE49-F238E27FC236}">
                <a16:creationId xmlns:a16="http://schemas.microsoft.com/office/drawing/2014/main" id="{910B0988-AF98-C545-A6AB-AD57B467B0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746" y="208290"/>
            <a:ext cx="997300" cy="398921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E54A724-2AB8-4E2A-B83B-FD4A2B5488E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1522" y="1333499"/>
            <a:ext cx="8211778" cy="47960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2F0212DC-D7AD-4DF7-8A36-EEAD5BC46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523" y="170189"/>
            <a:ext cx="8211778" cy="932547"/>
          </a:xfrm>
        </p:spPr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7999D4B-81C2-4662-9952-4526D2EAB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EB96D7-9FF7-458A-B3CA-699CD493394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-11" y="6624083"/>
            <a:ext cx="9006840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9D1BA7D-91D8-4966-822D-F75F5BC99F2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6983" y="1996624"/>
            <a:ext cx="2668889" cy="208857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601929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2EAA20-EA13-F943-95AF-7156B689A8C1}"/>
              </a:ext>
            </a:extLst>
          </p:cNvPr>
          <p:cNvSpPr/>
          <p:nvPr userDrawn="1"/>
        </p:nvSpPr>
        <p:spPr>
          <a:xfrm>
            <a:off x="-10896" y="0"/>
            <a:ext cx="3287496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close up of a sign&#10;&#10;Description automatically generated">
            <a:extLst>
              <a:ext uri="{FF2B5EF4-FFF2-40B4-BE49-F238E27FC236}">
                <a16:creationId xmlns:a16="http://schemas.microsoft.com/office/drawing/2014/main" id="{910B0988-AF98-C545-A6AB-AD57B467B0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77" y="208290"/>
            <a:ext cx="997300" cy="398921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3F9A152-B0F8-439B-904F-B7F799A0A15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814672" y="541155"/>
            <a:ext cx="6830541" cy="560112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8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AB2D2F2-58C5-42F6-B139-3AD2F3ED8A84}"/>
              </a:ext>
            </a:extLst>
          </p:cNvPr>
          <p:cNvSpPr/>
          <p:nvPr userDrawn="1"/>
        </p:nvSpPr>
        <p:spPr>
          <a:xfrm rot="5400000">
            <a:off x="511337" y="2765263"/>
            <a:ext cx="6881354" cy="1350827"/>
          </a:xfrm>
          <a:prstGeom prst="triangle">
            <a:avLst>
              <a:gd name="adj" fmla="val 50000"/>
            </a:avLst>
          </a:prstGeom>
          <a:solidFill>
            <a:srgbClr val="0D6C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EACD710-AF49-45B9-A441-E297080941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7772" y="2257278"/>
            <a:ext cx="3364427" cy="2343445"/>
          </a:xfrm>
          <a:noFill/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4D8131-8134-443A-854C-EC15C2E4C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149485D-CA95-4616-9540-D0A2405D515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551274" y="6624083"/>
            <a:ext cx="8138160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37182904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2EAA20-EA13-F943-95AF-7156B689A8C1}"/>
              </a:ext>
            </a:extLst>
          </p:cNvPr>
          <p:cNvSpPr/>
          <p:nvPr userDrawn="1"/>
        </p:nvSpPr>
        <p:spPr>
          <a:xfrm>
            <a:off x="7523027" y="0"/>
            <a:ext cx="4668973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5C4468F-78F5-4BA8-A915-901E08AFB634}"/>
              </a:ext>
            </a:extLst>
          </p:cNvPr>
          <p:cNvSpPr/>
          <p:nvPr userDrawn="1"/>
        </p:nvSpPr>
        <p:spPr>
          <a:xfrm rot="5400000">
            <a:off x="4753137" y="2765263"/>
            <a:ext cx="6881354" cy="135082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38B0E79F-646D-4550-B676-BF71F51A83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746" y="208290"/>
            <a:ext cx="997300" cy="398921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0542048-6A1A-43CC-8389-EAC4A034615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1522" y="1333499"/>
            <a:ext cx="7022606" cy="47960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811BCE-5BA2-45A6-98D4-26268E18D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523" y="170189"/>
            <a:ext cx="7022606" cy="932547"/>
          </a:xfrm>
        </p:spPr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6A272C3-9586-4C55-92BD-62BA95BAE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5A378CA-36EA-4842-8E66-A63C0A6B865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-11" y="6624083"/>
            <a:ext cx="7543800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88A97F0-0EFC-4E68-8A06-5AD296976F5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91464" y="2110045"/>
            <a:ext cx="2668889" cy="263791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762972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2EAA20-EA13-F943-95AF-7156B689A8C1}"/>
              </a:ext>
            </a:extLst>
          </p:cNvPr>
          <p:cNvSpPr/>
          <p:nvPr userDrawn="1"/>
        </p:nvSpPr>
        <p:spPr>
          <a:xfrm>
            <a:off x="-10896" y="0"/>
            <a:ext cx="6099048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close up of a sign&#10;&#10;Description automatically generated">
            <a:extLst>
              <a:ext uri="{FF2B5EF4-FFF2-40B4-BE49-F238E27FC236}">
                <a16:creationId xmlns:a16="http://schemas.microsoft.com/office/drawing/2014/main" id="{910B0988-AF98-C545-A6AB-AD57B467B0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77" y="208290"/>
            <a:ext cx="997300" cy="398921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3F9A152-B0F8-439B-904F-B7F799A0A15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4387" y="2451100"/>
            <a:ext cx="5409128" cy="35864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EACD710-AF49-45B9-A441-E297080941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4772" y="1353871"/>
            <a:ext cx="5409128" cy="881329"/>
          </a:xfrm>
          <a:noFill/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9A689CE-BF3A-491B-89FC-F76F95D76F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452672" y="2451099"/>
            <a:ext cx="5409128" cy="35864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4DE16D0-0662-413A-A5D3-1DF791DD6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D876455-99DE-4D6D-96DB-295E66867AF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2" y="6624083"/>
            <a:ext cx="6080760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2E91BF0-9276-47A0-984C-35C2EA4B5A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52672" y="1353871"/>
            <a:ext cx="5409128" cy="88132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rgbClr val="F16038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566720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2EAA20-EA13-F943-95AF-7156B689A8C1}"/>
              </a:ext>
            </a:extLst>
          </p:cNvPr>
          <p:cNvSpPr/>
          <p:nvPr userDrawn="1"/>
        </p:nvSpPr>
        <p:spPr>
          <a:xfrm>
            <a:off x="6096000" y="0"/>
            <a:ext cx="6099048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3F9A152-B0F8-439B-904F-B7F799A0A15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4387" y="2451100"/>
            <a:ext cx="5409128" cy="35864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rgbClr val="0D6CB9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rgbClr val="0D6CB9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rgbClr val="0D6CB9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EACD710-AF49-45B9-A441-E297080941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4772" y="1353871"/>
            <a:ext cx="5409128" cy="881329"/>
          </a:xfrm>
          <a:noFill/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600">
                <a:solidFill>
                  <a:srgbClr val="F16038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9A689CE-BF3A-491B-89FC-F76F95D76F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452672" y="2451099"/>
            <a:ext cx="5409128" cy="35864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C80297F0-8155-4A9C-A6E8-1AF509C95F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746" y="208290"/>
            <a:ext cx="997300" cy="398921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03F1518-E527-4927-A82C-17498479B7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9A59CCE-EA02-4E6A-8649-9BD0061BFA6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2" y="6624083"/>
            <a:ext cx="6080760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CA61FB4-F459-4559-B826-D46DBBB21D0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52672" y="1353871"/>
            <a:ext cx="5409128" cy="88132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515926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2EAA20-EA13-F943-95AF-7156B689A8C1}"/>
              </a:ext>
            </a:extLst>
          </p:cNvPr>
          <p:cNvSpPr/>
          <p:nvPr userDrawn="1"/>
        </p:nvSpPr>
        <p:spPr>
          <a:xfrm>
            <a:off x="5307528" y="0"/>
            <a:ext cx="688752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DE3C7A80-FF2F-4066-8B00-959AAD28C48F}"/>
              </a:ext>
            </a:extLst>
          </p:cNvPr>
          <p:cNvSpPr/>
          <p:nvPr userDrawn="1"/>
        </p:nvSpPr>
        <p:spPr>
          <a:xfrm rot="5400000">
            <a:off x="2542265" y="2765265"/>
            <a:ext cx="6881354" cy="135082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3F9A152-B0F8-439B-904F-B7F799A0A15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82215" y="2451100"/>
            <a:ext cx="5041900" cy="35864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rgbClr val="0D6CB9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rgbClr val="0D6CB9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rgbClr val="0D6CB9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EACD710-AF49-45B9-A441-E297080941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2600" y="1353871"/>
            <a:ext cx="5041900" cy="881329"/>
          </a:xfrm>
          <a:noFill/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600">
                <a:solidFill>
                  <a:srgbClr val="F16038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9A689CE-BF3A-491B-89FC-F76F95D76F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819900" y="2451099"/>
            <a:ext cx="5041900" cy="35864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C80297F0-8155-4A9C-A6E8-1AF509C95F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746" y="208290"/>
            <a:ext cx="997300" cy="398921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8F88525-E61A-49FC-BBFC-10B05CB67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D61DA29-9659-4D0A-AAC6-0FEFD7E6F31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2" y="6624083"/>
            <a:ext cx="5303520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1199705-005D-4669-84D1-13689F7FD1A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84996" y="1353871"/>
            <a:ext cx="5276804" cy="88132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4639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(Format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21D3-8348-4325-9C95-16793EEF1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799" y="185130"/>
            <a:ext cx="9939603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9E267B3-F1CB-40B7-9DB6-9D76B539B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BA5782D-F5DB-42B5-B236-D3060AB95BB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D88CEE8-FE3F-48AB-8188-5B658D0CD9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38" y="287865"/>
            <a:ext cx="1391922" cy="69596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ACC9B38-75A2-45DB-A418-ED0FE367F84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912" y="1438586"/>
            <a:ext cx="11329490" cy="44966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51000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Title (Format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21D3-8348-4325-9C95-16793EEF1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799" y="194694"/>
            <a:ext cx="9946247" cy="527468"/>
          </a:xfrm>
        </p:spPr>
        <p:txBody>
          <a:bodyPr anchor="ctr">
            <a:no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21E0ABC-F1ED-4808-AA0F-E41E5263C2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912" y="1576815"/>
            <a:ext cx="11329490" cy="44966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B73E5AC-0FE8-4521-BF8B-6CA4809ED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04EBA4F-3D3A-4499-9A00-0FFB9BA15A6E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321BAD0-0913-44ED-803B-2E1B77252F2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8799" y="762921"/>
            <a:ext cx="9946247" cy="45438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EF7392A-6FF5-40B0-8CBB-57E382C4CA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38" y="287865"/>
            <a:ext cx="1391922" cy="6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01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(Format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D7E7471-44C5-463E-B019-1DAB8864F30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85720" y="2254112"/>
            <a:ext cx="5383620" cy="36591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D4C3115-AEBF-461F-9D32-921B43814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725" y="162466"/>
            <a:ext cx="9939604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1" y="2254112"/>
            <a:ext cx="5383620" cy="36591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394AFC7-A976-45A9-86D0-ACA2C9E13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9F425BD-72B8-4B01-9ACA-9BFB00817BD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602F1B-E91A-4D86-95C3-BBF4B0703D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659" y="1419556"/>
            <a:ext cx="5383619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2EA0E5-9CDC-4B54-9359-6369D410C8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4710" y="1419556"/>
            <a:ext cx="5383619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92063D5-A332-4DD0-A788-75DE744A8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38" y="287865"/>
            <a:ext cx="1391922" cy="6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50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(Format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6D9E8F-E7DC-4647-B6B3-8A0C59054E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64264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6D9E8F-E7DC-4647-B6B3-8A0C59054E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0" y="2254112"/>
            <a:ext cx="3484321" cy="366772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723F714-3F88-4BD4-AC24-34E5FACE19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53334" y="2254112"/>
            <a:ext cx="3484321" cy="366772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22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  <a:p>
            <a:pPr lvl="3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EF6C38-3476-49C8-90E7-4206E54DAD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284008" y="2254112"/>
            <a:ext cx="3484321" cy="366772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97A0584-AB17-44D0-ABF9-098E62808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AEDEF62-64B6-4E1F-9B14-9A667BB20E6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FE83922-F596-4602-BBD3-82F8875736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660" y="1419557"/>
            <a:ext cx="3484320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AE7DFD1-5400-4109-9C16-013CAF24F6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53335" y="1419557"/>
            <a:ext cx="3484320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FE4701E-774A-4A9B-A09F-73F5B1B9F1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84009" y="1419557"/>
            <a:ext cx="3484320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B36327-B67D-432D-9FE4-869EDBD04D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725" y="61882"/>
            <a:ext cx="9939604" cy="962338"/>
          </a:xfrm>
        </p:spPr>
        <p:txBody>
          <a:bodyPr vert="horz"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7736D54-B061-41B8-8CBE-C06FD91C977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3838" y="187281"/>
            <a:ext cx="1391922" cy="6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262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(Format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2" y="2279958"/>
            <a:ext cx="2558664" cy="364415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723F714-3F88-4BD4-AC24-34E5FACE19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81338" y="2279958"/>
            <a:ext cx="2558664" cy="364415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EF6C38-3476-49C8-90E7-4206E54DAD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210675" y="2279958"/>
            <a:ext cx="2558664" cy="364415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180FDBC-154E-4BA3-B8FD-99B1F42BBFB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352000" y="2279958"/>
            <a:ext cx="2558664" cy="364415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0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34C51BC-54AB-4BB0-8BBA-27770F60C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06BB692-DD2E-451E-AEB6-5A50AA34186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8155FA5-C82B-43AA-8B7A-2BDAF364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660" y="1419557"/>
            <a:ext cx="2558664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111E7F-E284-4EBB-BB85-84684DA93D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2000" y="1419557"/>
            <a:ext cx="2558664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4AD7BFB-8BAB-4D3C-AEDA-0A364FAD27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81338" y="1419557"/>
            <a:ext cx="2558664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C590827-116B-45F3-92CB-D987026FF04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09665" y="1419557"/>
            <a:ext cx="2558664" cy="781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E68ABCB-A1A3-4016-98BD-96608BDF31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725" y="162466"/>
            <a:ext cx="9939604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E208592A-5765-4E31-8F8C-6CF5FDAB96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38" y="287865"/>
            <a:ext cx="1391922" cy="6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200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 (Format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C30B6CA-CF8E-4672-850C-BD70C9603821}"/>
              </a:ext>
            </a:extLst>
          </p:cNvPr>
          <p:cNvSpPr/>
          <p:nvPr userDrawn="1"/>
        </p:nvSpPr>
        <p:spPr>
          <a:xfrm>
            <a:off x="712380" y="3856210"/>
            <a:ext cx="5152479" cy="210186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70694BD-2766-4F24-B88E-F6B550AE66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9537" y="3916129"/>
            <a:ext cx="5045840" cy="19738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88BFEC-9B4B-478C-9350-F0E043928041}"/>
              </a:ext>
            </a:extLst>
          </p:cNvPr>
          <p:cNvSpPr/>
          <p:nvPr userDrawn="1"/>
        </p:nvSpPr>
        <p:spPr>
          <a:xfrm>
            <a:off x="712380" y="1471431"/>
            <a:ext cx="5152479" cy="210186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3C1C43B0-400A-449D-ACFE-40433649D3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537" y="1531350"/>
            <a:ext cx="5045840" cy="19738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E96329-C5C4-4C66-80E5-05DC22C737BF}"/>
              </a:ext>
            </a:extLst>
          </p:cNvPr>
          <p:cNvSpPr/>
          <p:nvPr userDrawn="1"/>
        </p:nvSpPr>
        <p:spPr>
          <a:xfrm>
            <a:off x="6327141" y="3859161"/>
            <a:ext cx="5152479" cy="210186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9E662AB3-3B2C-431F-9F9F-1EF7B8E26C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298" y="3919080"/>
            <a:ext cx="5045840" cy="19738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7F49AD-881D-42F0-833D-B17974AD30DA}"/>
              </a:ext>
            </a:extLst>
          </p:cNvPr>
          <p:cNvSpPr/>
          <p:nvPr userDrawn="1"/>
        </p:nvSpPr>
        <p:spPr>
          <a:xfrm>
            <a:off x="6327141" y="1474382"/>
            <a:ext cx="5152479" cy="210186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C835F84-1A40-4428-8F6C-71C4E6D937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74298" y="1534301"/>
            <a:ext cx="5045840" cy="19738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2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CEFB851-71F0-45F9-96B1-884083581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7F55D26-8F97-4FBF-8204-A08FFD4EE14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0299621-DEC1-47A5-AE40-6B51AF1A8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725" y="162466"/>
            <a:ext cx="9939604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44B0B7B5-0109-4788-817E-ACE96839AC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38" y="287865"/>
            <a:ext cx="1391922" cy="6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865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evron (Format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1" y="2113927"/>
            <a:ext cx="3609027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BC3C781A-14A4-43D4-BDD1-6AF4E93E22E8}"/>
              </a:ext>
            </a:extLst>
          </p:cNvPr>
          <p:cNvSpPr/>
          <p:nvPr userDrawn="1"/>
        </p:nvSpPr>
        <p:spPr>
          <a:xfrm>
            <a:off x="422659" y="1449767"/>
            <a:ext cx="3994795" cy="600363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94E0E128-4C73-417B-BB43-E8167C2554A2}"/>
              </a:ext>
            </a:extLst>
          </p:cNvPr>
          <p:cNvSpPr/>
          <p:nvPr userDrawn="1"/>
        </p:nvSpPr>
        <p:spPr>
          <a:xfrm>
            <a:off x="4222166" y="1449767"/>
            <a:ext cx="3994795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9F1ABF6-D8BE-480C-89BD-D4D59C3F65CF}"/>
              </a:ext>
            </a:extLst>
          </p:cNvPr>
          <p:cNvSpPr/>
          <p:nvPr userDrawn="1"/>
        </p:nvSpPr>
        <p:spPr>
          <a:xfrm>
            <a:off x="8021673" y="1449767"/>
            <a:ext cx="3994795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C6F9A36-043A-4404-B781-F447CAB8FB9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4222167" y="2113927"/>
            <a:ext cx="3609027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2F95ECF-640E-49D3-A836-DBCAB2EAD058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021673" y="2113927"/>
            <a:ext cx="3609027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6A871F8-B084-4ED6-9838-2BF31B3E6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5783A7-73E4-40BA-8641-1B91C9DB8C2D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146825B-D9F2-4418-9349-A46BDC455B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7712" y="1456345"/>
            <a:ext cx="3183081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F904253-FD16-4FAA-9ABB-79A0500424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44041" y="1456345"/>
            <a:ext cx="3183081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72DF980-B89C-4B1E-9A58-3129A20E147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34858" y="1456345"/>
            <a:ext cx="3183081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88299B8-8649-48BC-95AF-B85942197A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725" y="162466"/>
            <a:ext cx="9939604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B177BE2-C9D6-44D1-B498-DE9A3ED921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38" y="287865"/>
            <a:ext cx="1391922" cy="6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356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evron (Format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2" y="2113927"/>
            <a:ext cx="2736156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BC3C781A-14A4-43D4-BDD1-6AF4E93E22E8}"/>
              </a:ext>
            </a:extLst>
          </p:cNvPr>
          <p:cNvSpPr/>
          <p:nvPr userDrawn="1"/>
        </p:nvSpPr>
        <p:spPr>
          <a:xfrm>
            <a:off x="422660" y="1449767"/>
            <a:ext cx="3028623" cy="600363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94E0E128-4C73-417B-BB43-E8167C2554A2}"/>
              </a:ext>
            </a:extLst>
          </p:cNvPr>
          <p:cNvSpPr/>
          <p:nvPr userDrawn="1"/>
        </p:nvSpPr>
        <p:spPr>
          <a:xfrm>
            <a:off x="3265419" y="1449767"/>
            <a:ext cx="3028623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EE2848AF-CBDE-472C-BE74-E019FF0CD766}"/>
              </a:ext>
            </a:extLst>
          </p:cNvPr>
          <p:cNvSpPr/>
          <p:nvPr userDrawn="1"/>
        </p:nvSpPr>
        <p:spPr>
          <a:xfrm>
            <a:off x="6108178" y="1449767"/>
            <a:ext cx="3028623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9F1ABF6-D8BE-480C-89BD-D4D59C3F65CF}"/>
              </a:ext>
            </a:extLst>
          </p:cNvPr>
          <p:cNvSpPr/>
          <p:nvPr userDrawn="1"/>
        </p:nvSpPr>
        <p:spPr>
          <a:xfrm>
            <a:off x="8988697" y="1449767"/>
            <a:ext cx="3028623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C6F9A36-043A-4404-B781-F447CAB8FB9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3265419" y="2113927"/>
            <a:ext cx="2736156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F875101A-36F5-4344-82D7-E84FE969FBE1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108176" y="2113927"/>
            <a:ext cx="2736156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2F95ECF-640E-49D3-A836-DBCAB2EAD058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988697" y="2113927"/>
            <a:ext cx="2736156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8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6A871F8-B084-4ED6-9838-2BF31B3E6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5783A7-73E4-40BA-8641-1B91C9DB8C2D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146825B-D9F2-4418-9349-A46BDC455B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7713" y="1456345"/>
            <a:ext cx="2413228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F904253-FD16-4FAA-9ABB-79A0500424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83593" y="1456345"/>
            <a:ext cx="2413228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28DEB19C-1440-4282-9B03-793587A718F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19207" y="1456345"/>
            <a:ext cx="2413228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72DF980-B89C-4B1E-9A58-3129A20E147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01882" y="1456345"/>
            <a:ext cx="2413228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FC4CD2E8-F158-4C0F-AB4D-5720CEACC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725" y="162466"/>
            <a:ext cx="9939604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5FEDD7AB-81D1-4A11-BBCF-6A99834360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38" y="287865"/>
            <a:ext cx="1391922" cy="6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477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hevron (Format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171826-1EC2-4094-A91A-687811C868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662" y="2177720"/>
            <a:ext cx="2207769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BC3C781A-14A4-43D4-BDD1-6AF4E93E22E8}"/>
              </a:ext>
            </a:extLst>
          </p:cNvPr>
          <p:cNvSpPr/>
          <p:nvPr userDrawn="1"/>
        </p:nvSpPr>
        <p:spPr>
          <a:xfrm>
            <a:off x="422660" y="1513560"/>
            <a:ext cx="2443757" cy="600363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94E0E128-4C73-417B-BB43-E8167C2554A2}"/>
              </a:ext>
            </a:extLst>
          </p:cNvPr>
          <p:cNvSpPr/>
          <p:nvPr userDrawn="1"/>
        </p:nvSpPr>
        <p:spPr>
          <a:xfrm>
            <a:off x="2690804" y="1513560"/>
            <a:ext cx="2443757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EE2848AF-CBDE-472C-BE74-E019FF0CD766}"/>
              </a:ext>
            </a:extLst>
          </p:cNvPr>
          <p:cNvSpPr/>
          <p:nvPr userDrawn="1"/>
        </p:nvSpPr>
        <p:spPr>
          <a:xfrm>
            <a:off x="7227092" y="1513560"/>
            <a:ext cx="2443757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9F1ABF6-D8BE-480C-89BD-D4D59C3F65CF}"/>
              </a:ext>
            </a:extLst>
          </p:cNvPr>
          <p:cNvSpPr/>
          <p:nvPr userDrawn="1"/>
        </p:nvSpPr>
        <p:spPr>
          <a:xfrm>
            <a:off x="9495237" y="1513560"/>
            <a:ext cx="2443757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C6F9A36-043A-4404-B781-F447CAB8FB9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690806" y="2177720"/>
            <a:ext cx="2207769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F875101A-36F5-4344-82D7-E84FE969FBE1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7227094" y="2177720"/>
            <a:ext cx="2207769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2F95ECF-640E-49D3-A836-DBCAB2EAD058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9495237" y="2177720"/>
            <a:ext cx="2207769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6A871F8-B084-4ED6-9838-2BF31B3E6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5783A7-73E4-40BA-8641-1B91C9DB8C2D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146825B-D9F2-4418-9349-A46BDC455B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7713" y="1520138"/>
            <a:ext cx="1947203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F904253-FD16-4FAA-9ABB-79A0500424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91537" y="1520138"/>
            <a:ext cx="1947203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28DEB19C-1440-4282-9B03-793587A718F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24377" y="1520138"/>
            <a:ext cx="1947203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72DF980-B89C-4B1E-9A58-3129A20E147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422" y="1520138"/>
            <a:ext cx="1947203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62EA48B1-3A94-4189-BDC0-E22EF2608C43}"/>
              </a:ext>
            </a:extLst>
          </p:cNvPr>
          <p:cNvSpPr/>
          <p:nvPr userDrawn="1"/>
        </p:nvSpPr>
        <p:spPr>
          <a:xfrm>
            <a:off x="4958948" y="1520138"/>
            <a:ext cx="2443757" cy="6003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158186A-4A8A-48D7-850B-FEF6B3A747A1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4958950" y="2184298"/>
            <a:ext cx="2207769" cy="36484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1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BD0F29D-3121-45B4-9027-1E5117BCEAD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4829" y="1526716"/>
            <a:ext cx="1947203" cy="579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4B2C5738-6E13-43D1-9D60-82805917B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725" y="162466"/>
            <a:ext cx="9939604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B6FA41A4-56D3-406F-B815-40475B5FEA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38" y="287865"/>
            <a:ext cx="1391922" cy="6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041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(Format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3F74E0D-4003-44A2-BEDF-91EC2C3A3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B4199EE9-87CA-41D4-9D46-11207226E087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DAAE2634-CFAA-48BC-A94F-05D19B60AE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725" y="162466"/>
            <a:ext cx="9939604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D2F9A258-D562-4141-9597-66AD86D858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38" y="287865"/>
            <a:ext cx="1391922" cy="69596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33A7C96-F0A3-4A1C-8544-F9797414A34A}"/>
              </a:ext>
            </a:extLst>
          </p:cNvPr>
          <p:cNvSpPr/>
          <p:nvPr userDrawn="1"/>
        </p:nvSpPr>
        <p:spPr>
          <a:xfrm>
            <a:off x="386540" y="3591049"/>
            <a:ext cx="2200275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C6F00C-27D9-4A9E-A09D-2C33C3B1187B}"/>
              </a:ext>
            </a:extLst>
          </p:cNvPr>
          <p:cNvSpPr/>
          <p:nvPr userDrawn="1"/>
        </p:nvSpPr>
        <p:spPr>
          <a:xfrm>
            <a:off x="2696352" y="3591049"/>
            <a:ext cx="2200275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93BC3F-E655-4809-BF67-35B5E563FA21}"/>
              </a:ext>
            </a:extLst>
          </p:cNvPr>
          <p:cNvSpPr/>
          <p:nvPr userDrawn="1"/>
        </p:nvSpPr>
        <p:spPr>
          <a:xfrm>
            <a:off x="5006164" y="3591049"/>
            <a:ext cx="2200275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819F548-DC72-4B3C-AD6E-7AE4E913C466}"/>
              </a:ext>
            </a:extLst>
          </p:cNvPr>
          <p:cNvSpPr/>
          <p:nvPr userDrawn="1"/>
        </p:nvSpPr>
        <p:spPr>
          <a:xfrm>
            <a:off x="7315976" y="3591049"/>
            <a:ext cx="2200275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EF8C34A-1215-44EC-B899-A3495FB7ED89}"/>
              </a:ext>
            </a:extLst>
          </p:cNvPr>
          <p:cNvSpPr/>
          <p:nvPr userDrawn="1"/>
        </p:nvSpPr>
        <p:spPr>
          <a:xfrm>
            <a:off x="9625788" y="3590813"/>
            <a:ext cx="2200275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96D9D83-0B2D-4284-A17D-8D78192EB3A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481914" y="2757658"/>
            <a:ext cx="4763" cy="747027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40C22C6-E4EB-436B-81DF-2B09B52F2A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789345" y="4049121"/>
            <a:ext cx="4763" cy="747027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E44144-A768-42C2-AE55-50E91AA092F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01538" y="2757657"/>
            <a:ext cx="4763" cy="747027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978B46-2EF5-4838-B330-07CC1080D064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8389918" y="4049120"/>
            <a:ext cx="4763" cy="747027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E0C23FF-79F0-432C-8577-A1C1829BDB2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616389" y="2757656"/>
            <a:ext cx="4763" cy="747027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B637C1B0-5D9A-4CC9-8CBF-9CB2C39DA9A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1970" y="1656715"/>
            <a:ext cx="2974837" cy="109029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B4B2C6B5-500F-40E3-973C-0AF4D17011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4314" y="1656715"/>
            <a:ext cx="2974837" cy="109029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9860830F-1C54-4889-BA9B-A3D3D2C013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46657" y="1656715"/>
            <a:ext cx="2974837" cy="109029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A48D5E4-4908-4D38-A08A-BF9BE40D51F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498142" y="4852589"/>
            <a:ext cx="2974837" cy="109029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4AD67DCD-70EF-4F96-96AC-0C05DBE506E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30486" y="4852589"/>
            <a:ext cx="2974837" cy="109029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3EDDDE89-08F9-4C14-97AF-87DDB74302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1746" y="3621078"/>
            <a:ext cx="2149864" cy="415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C95049C7-5819-4B1E-907B-27F658CC7A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14413" y="3621078"/>
            <a:ext cx="2149864" cy="415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3662B86-AFA6-4F4E-B722-E6EEDF26F44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1370" y="3621078"/>
            <a:ext cx="2149864" cy="415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AF20CE7C-9F88-4075-AD6E-FC58C2F83BA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331242" y="3621078"/>
            <a:ext cx="2149864" cy="415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00825458-E74E-4812-8F80-ED5D616084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42446" y="3621078"/>
            <a:ext cx="2149864" cy="415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9368598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Month (Format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3F74E0D-4003-44A2-BEDF-91EC2C3A3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B4199EE9-87CA-41D4-9D46-11207226E087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0" y="6624083"/>
            <a:ext cx="11680555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8EF1C3-C7F3-4A05-AF54-FC7A9D6E291D}"/>
              </a:ext>
            </a:extLst>
          </p:cNvPr>
          <p:cNvSpPr/>
          <p:nvPr userDrawn="1"/>
        </p:nvSpPr>
        <p:spPr>
          <a:xfrm>
            <a:off x="1505639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44440C02-52A2-443D-9850-C05B1CC606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1081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AE57A17-21B0-4478-932F-2DBE87E6357E}"/>
              </a:ext>
            </a:extLst>
          </p:cNvPr>
          <p:cNvSpPr/>
          <p:nvPr userDrawn="1"/>
        </p:nvSpPr>
        <p:spPr>
          <a:xfrm>
            <a:off x="2363125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D77035B-4473-498E-A5C5-E00D6F7989FA}"/>
              </a:ext>
            </a:extLst>
          </p:cNvPr>
          <p:cNvSpPr/>
          <p:nvPr userDrawn="1"/>
        </p:nvSpPr>
        <p:spPr>
          <a:xfrm>
            <a:off x="3220611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AC0D8F7-688C-4FEA-9AD6-3EB629869713}"/>
              </a:ext>
            </a:extLst>
          </p:cNvPr>
          <p:cNvSpPr/>
          <p:nvPr userDrawn="1"/>
        </p:nvSpPr>
        <p:spPr>
          <a:xfrm>
            <a:off x="4078097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A45063-8870-4F0C-9539-86583740EFA8}"/>
              </a:ext>
            </a:extLst>
          </p:cNvPr>
          <p:cNvSpPr/>
          <p:nvPr userDrawn="1"/>
        </p:nvSpPr>
        <p:spPr>
          <a:xfrm>
            <a:off x="4935583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6CD54BE-68E3-4B28-A5CE-AC46FC750863}"/>
              </a:ext>
            </a:extLst>
          </p:cNvPr>
          <p:cNvSpPr/>
          <p:nvPr userDrawn="1"/>
        </p:nvSpPr>
        <p:spPr>
          <a:xfrm>
            <a:off x="5793069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DCAC00F-00B3-4CEB-AC9A-FE4793E32FC6}"/>
              </a:ext>
            </a:extLst>
          </p:cNvPr>
          <p:cNvSpPr/>
          <p:nvPr userDrawn="1"/>
        </p:nvSpPr>
        <p:spPr>
          <a:xfrm>
            <a:off x="6650555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A4F026D-07C8-4863-B49F-5B2E1BE42ECC}"/>
              </a:ext>
            </a:extLst>
          </p:cNvPr>
          <p:cNvSpPr/>
          <p:nvPr userDrawn="1"/>
        </p:nvSpPr>
        <p:spPr>
          <a:xfrm>
            <a:off x="7508041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F97762D-01F3-494D-9C05-573F05113364}"/>
              </a:ext>
            </a:extLst>
          </p:cNvPr>
          <p:cNvSpPr/>
          <p:nvPr userDrawn="1"/>
        </p:nvSpPr>
        <p:spPr>
          <a:xfrm>
            <a:off x="8365527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8ECDD6B-669B-41B4-A2AB-37AB3E630273}"/>
              </a:ext>
            </a:extLst>
          </p:cNvPr>
          <p:cNvSpPr/>
          <p:nvPr userDrawn="1"/>
        </p:nvSpPr>
        <p:spPr>
          <a:xfrm>
            <a:off x="9223013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3A061A1-FC23-4A3E-A53A-803357DD362C}"/>
              </a:ext>
            </a:extLst>
          </p:cNvPr>
          <p:cNvSpPr/>
          <p:nvPr userDrawn="1"/>
        </p:nvSpPr>
        <p:spPr>
          <a:xfrm>
            <a:off x="10080499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252DBF2-781E-4EEB-9ED7-86BB8AB4C9E4}"/>
              </a:ext>
            </a:extLst>
          </p:cNvPr>
          <p:cNvSpPr/>
          <p:nvPr userDrawn="1"/>
        </p:nvSpPr>
        <p:spPr>
          <a:xfrm>
            <a:off x="10937981" y="1656544"/>
            <a:ext cx="830348" cy="4476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1978D52B-C0ED-41F9-815E-EA309C559B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98735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914ACD4F-1F6A-4316-B1C5-2561446AED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56389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77" name="Text Placeholder 3">
            <a:extLst>
              <a:ext uri="{FF2B5EF4-FFF2-40B4-BE49-F238E27FC236}">
                <a16:creationId xmlns:a16="http://schemas.microsoft.com/office/drawing/2014/main" id="{71C232EE-2C6C-4717-977C-74903E903DD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14043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78" name="Text Placeholder 3">
            <a:extLst>
              <a:ext uri="{FF2B5EF4-FFF2-40B4-BE49-F238E27FC236}">
                <a16:creationId xmlns:a16="http://schemas.microsoft.com/office/drawing/2014/main" id="{B9816630-2B80-4C28-B33D-DD0812A8B7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71697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300DEE89-C49F-46E0-A77A-D7B950BD04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29351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0" name="Text Placeholder 3">
            <a:extLst>
              <a:ext uri="{FF2B5EF4-FFF2-40B4-BE49-F238E27FC236}">
                <a16:creationId xmlns:a16="http://schemas.microsoft.com/office/drawing/2014/main" id="{BDB9C754-9DD6-4FD0-B899-C683F1F2C7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87005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1" name="Text Placeholder 3">
            <a:extLst>
              <a:ext uri="{FF2B5EF4-FFF2-40B4-BE49-F238E27FC236}">
                <a16:creationId xmlns:a16="http://schemas.microsoft.com/office/drawing/2014/main" id="{4D99DBD6-2784-4E29-980C-00181C5FAD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44659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E50CF8F-FEE4-41EF-9F66-25AD46C90E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02313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3" name="Text Placeholder 3">
            <a:extLst>
              <a:ext uri="{FF2B5EF4-FFF2-40B4-BE49-F238E27FC236}">
                <a16:creationId xmlns:a16="http://schemas.microsoft.com/office/drawing/2014/main" id="{BF82666D-5E30-464E-BDAC-A160E2BB5AD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59967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4" name="Text Placeholder 3">
            <a:extLst>
              <a:ext uri="{FF2B5EF4-FFF2-40B4-BE49-F238E27FC236}">
                <a16:creationId xmlns:a16="http://schemas.microsoft.com/office/drawing/2014/main" id="{F1C6E7F8-730C-45CB-B7CD-9CBFC0B972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17621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85" name="Text Placeholder 3">
            <a:extLst>
              <a:ext uri="{FF2B5EF4-FFF2-40B4-BE49-F238E27FC236}">
                <a16:creationId xmlns:a16="http://schemas.microsoft.com/office/drawing/2014/main" id="{2D130999-4F04-4097-B8B8-46F5B3D041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75270" y="1671275"/>
            <a:ext cx="747423" cy="40005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/>
            </a:lvl1pPr>
            <a:lvl2pPr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129F17AF-B7EF-4003-8873-6521B284E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725" y="162466"/>
            <a:ext cx="9939604" cy="962338"/>
          </a:xfrm>
        </p:spPr>
        <p:txBody>
          <a:bodyPr anchor="ctr">
            <a:normAutofit/>
          </a:bodyPr>
          <a:lstStyle>
            <a:lvl1pPr algn="l">
              <a:defRPr sz="3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0F565D45-D279-4DCD-A36F-2A1AAB5C1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38" y="287865"/>
            <a:ext cx="1391922" cy="6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833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(Format C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BD0F88F-B66B-F745-BA33-0143C27E5F2D}"/>
              </a:ext>
            </a:extLst>
          </p:cNvPr>
          <p:cNvSpPr/>
          <p:nvPr userDrawn="1"/>
        </p:nvSpPr>
        <p:spPr>
          <a:xfrm>
            <a:off x="0" y="755373"/>
            <a:ext cx="12192000" cy="160571"/>
          </a:xfrm>
          <a:prstGeom prst="rect">
            <a:avLst/>
          </a:prstGeom>
          <a:solidFill>
            <a:schemeClr val="accent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FA6AE0-F5B6-6E49-8BB3-4004BFDD1F0B}"/>
              </a:ext>
            </a:extLst>
          </p:cNvPr>
          <p:cNvSpPr/>
          <p:nvPr userDrawn="1"/>
        </p:nvSpPr>
        <p:spPr>
          <a:xfrm>
            <a:off x="241110" y="0"/>
            <a:ext cx="1583141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close up of a sign&#10;&#10;Description automatically generated">
            <a:extLst>
              <a:ext uri="{FF2B5EF4-FFF2-40B4-BE49-F238E27FC236}">
                <a16:creationId xmlns:a16="http://schemas.microsoft.com/office/drawing/2014/main" id="{D2FE67E8-1825-AB4D-A7FC-30A73E3B0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77" y="208290"/>
            <a:ext cx="997300" cy="398921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498E68E3-D6C5-9245-99A9-607F1E2B05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7228" y="153648"/>
            <a:ext cx="9717442" cy="542429"/>
          </a:xfrm>
        </p:spPr>
        <p:txBody>
          <a:bodyPr>
            <a:noAutofit/>
          </a:bodyPr>
          <a:lstStyle>
            <a:lvl1pPr algn="l">
              <a:defRPr sz="4400">
                <a:solidFill>
                  <a:srgbClr val="0D6CB9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537ECD7-8B28-464A-A802-B22FECE7DE6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7228" y="1298221"/>
            <a:ext cx="9717442" cy="48044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818026-B980-4E4B-9556-C1DCF8524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E9D3E07-F48D-4238-BD25-6F43D34417A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828800" y="6624083"/>
            <a:ext cx="9857232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37747359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(Format C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6E93DA6-A186-9940-9961-AE9EAE17F18C}"/>
              </a:ext>
            </a:extLst>
          </p:cNvPr>
          <p:cNvSpPr/>
          <p:nvPr userDrawn="1"/>
        </p:nvSpPr>
        <p:spPr>
          <a:xfrm>
            <a:off x="0" y="755373"/>
            <a:ext cx="12192000" cy="160571"/>
          </a:xfrm>
          <a:prstGeom prst="rect">
            <a:avLst/>
          </a:prstGeom>
          <a:solidFill>
            <a:schemeClr val="accent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56EDC-1A10-41B1-8C8A-3A9DA51A432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7228" y="1298221"/>
            <a:ext cx="4635079" cy="48044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07FE31F-6F7C-45E4-8003-85B28143C0E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209591" y="1298221"/>
            <a:ext cx="4635079" cy="48044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2EAA20-EA13-F943-95AF-7156B689A8C1}"/>
              </a:ext>
            </a:extLst>
          </p:cNvPr>
          <p:cNvSpPr/>
          <p:nvPr userDrawn="1"/>
        </p:nvSpPr>
        <p:spPr>
          <a:xfrm>
            <a:off x="241110" y="0"/>
            <a:ext cx="1583141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close up of a sign&#10;&#10;Description automatically generated">
            <a:extLst>
              <a:ext uri="{FF2B5EF4-FFF2-40B4-BE49-F238E27FC236}">
                <a16:creationId xmlns:a16="http://schemas.microsoft.com/office/drawing/2014/main" id="{910B0988-AF98-C545-A6AB-AD57B467B0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77" y="208290"/>
            <a:ext cx="997300" cy="398921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B76A27C-D298-4479-8D8F-B752ED63E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0433" y="6624083"/>
            <a:ext cx="474999" cy="23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9C126A4-BD19-47E2-8A0E-0DE1B9D8C9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1BE04AB-BE73-47BB-AC74-95209ADCE62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828800" y="6624083"/>
            <a:ext cx="9857232" cy="23391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None/>
              <a:defRPr sz="10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2pPr>
            <a:lvl3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3pPr>
            <a:lvl4pPr>
              <a:buClr>
                <a:schemeClr val="accent2"/>
              </a:buClr>
              <a:defRPr sz="2400">
                <a:solidFill>
                  <a:schemeClr val="accent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Note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3934E08-E677-474B-9972-DAF42F874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7228" y="153648"/>
            <a:ext cx="9717442" cy="542429"/>
          </a:xfrm>
        </p:spPr>
        <p:txBody>
          <a:bodyPr>
            <a:noAutofit/>
          </a:bodyPr>
          <a:lstStyle>
            <a:lvl1pPr algn="l">
              <a:defRPr sz="4400">
                <a:solidFill>
                  <a:srgbClr val="0D6CB9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1151390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4836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oup of people sitting in a room&#10;&#10;Description automatically generated">
            <a:extLst>
              <a:ext uri="{FF2B5EF4-FFF2-40B4-BE49-F238E27FC236}">
                <a16:creationId xmlns:a16="http://schemas.microsoft.com/office/drawing/2014/main" id="{6FD7D95E-6B62-47ED-8187-0B1562D069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8" r="1178" b="24686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28147C-9AFB-495B-A485-811F7D37112A}"/>
              </a:ext>
            </a:extLst>
          </p:cNvPr>
          <p:cNvSpPr/>
          <p:nvPr userDrawn="1"/>
        </p:nvSpPr>
        <p:spPr>
          <a:xfrm>
            <a:off x="0" y="-1"/>
            <a:ext cx="12217429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33EEE-3823-4FA0-9C86-2F8D1358CA62}"/>
              </a:ext>
            </a:extLst>
          </p:cNvPr>
          <p:cNvSpPr/>
          <p:nvPr userDrawn="1"/>
        </p:nvSpPr>
        <p:spPr>
          <a:xfrm>
            <a:off x="361507" y="0"/>
            <a:ext cx="1573619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78F5A8A-81B1-4D06-B15C-B9423E8CC1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12" y="233478"/>
            <a:ext cx="994008" cy="3976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5F915A-2D65-4403-B6A1-FAFF6BE60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0819" y="3875964"/>
            <a:ext cx="5507665" cy="2389625"/>
          </a:xfrm>
          <a:noFill/>
          <a:ln>
            <a:noFill/>
          </a:ln>
        </p:spPr>
        <p:txBody>
          <a:bodyPr anchor="b">
            <a:noAutofit/>
          </a:bodyPr>
          <a:lstStyle>
            <a:lvl1pPr algn="l">
              <a:defRPr sz="54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or section break</a:t>
            </a:r>
          </a:p>
        </p:txBody>
      </p:sp>
    </p:spTree>
    <p:extLst>
      <p:ext uri="{BB962C8B-B14F-4D97-AF65-F5344CB8AC3E}">
        <p14:creationId xmlns:p14="http://schemas.microsoft.com/office/powerpoint/2010/main" val="37067685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B297E-D315-480E-80F0-FD977F37182A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AB57-2DBE-44A3-AE96-942C49E954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838199" y="1825625"/>
            <a:ext cx="10515599" cy="4302459"/>
          </a:xfrm>
        </p:spPr>
        <p:txBody>
          <a:bodyPr/>
          <a:lstStyle>
            <a:lvl1pPr>
              <a:defRPr b="1">
                <a:latin typeface="Open Sans Semibold" panose="020B0606030504020204"/>
              </a:defRPr>
            </a:lvl1pPr>
            <a:lvl2pPr marL="685800" indent="-228600">
              <a:buClr>
                <a:srgbClr val="DA3E26"/>
              </a:buClr>
              <a:buFont typeface="Wingdings" panose="05000000000000000000" pitchFamily="2" charset="2"/>
              <a:buChar char="§"/>
              <a:defRPr>
                <a:latin typeface="Open Sans (Headings)"/>
              </a:defRPr>
            </a:lvl2pPr>
            <a:lvl3pPr>
              <a:buClr>
                <a:srgbClr val="4472C4"/>
              </a:buClr>
              <a:defRPr>
                <a:latin typeface="Open Sans Light" panose="020B0306030504020204"/>
              </a:defRPr>
            </a:lvl3pPr>
            <a:lvl4pPr marL="1600200" indent="-228600">
              <a:buClr>
                <a:srgbClr val="4472C4"/>
              </a:buClr>
              <a:buFontTx/>
              <a:buChar char="◦"/>
              <a:defRPr>
                <a:latin typeface="Open Sans Light" panose="020B0306030504020204"/>
              </a:defRPr>
            </a:lvl4pPr>
            <a:lvl5pPr>
              <a:buClr>
                <a:srgbClr val="DA3E26"/>
              </a:buClr>
              <a:defRPr>
                <a:latin typeface="Open Sans Light" panose="020B030603050402020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9357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50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11992B5-0A1B-4389-87A7-80FEEC9B7C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3923505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9" imgW="395" imgH="394" progId="TCLayout.ActiveDocument.1">
                  <p:embed/>
                </p:oleObj>
              </mc:Choice>
              <mc:Fallback>
                <p:oleObj name="think-cell Slide" r:id="rId49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11992B5-0A1B-4389-87A7-80FEEC9B7C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0FB3CC-93E0-4E44-B4B3-91381340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953" y="104134"/>
            <a:ext cx="11164188" cy="751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Header</a:t>
            </a:r>
          </a:p>
        </p:txBody>
      </p:sp>
    </p:spTree>
    <p:extLst>
      <p:ext uri="{BB962C8B-B14F-4D97-AF65-F5344CB8AC3E}">
        <p14:creationId xmlns:p14="http://schemas.microsoft.com/office/powerpoint/2010/main" val="411125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69" r:id="rId2"/>
    <p:sldLayoutId id="2147483744" r:id="rId3"/>
    <p:sldLayoutId id="2147483811" r:id="rId4"/>
    <p:sldLayoutId id="2147483810" r:id="rId5"/>
    <p:sldLayoutId id="2147483809" r:id="rId6"/>
    <p:sldLayoutId id="2147483823" r:id="rId7"/>
    <p:sldLayoutId id="2147483756" r:id="rId8"/>
    <p:sldLayoutId id="2147483777" r:id="rId9"/>
    <p:sldLayoutId id="2147483776" r:id="rId10"/>
    <p:sldLayoutId id="2147483800" r:id="rId11"/>
    <p:sldLayoutId id="2147483801" r:id="rId12"/>
    <p:sldLayoutId id="2147483802" r:id="rId13"/>
    <p:sldLayoutId id="2147483753" r:id="rId14"/>
    <p:sldLayoutId id="2147483789" r:id="rId15"/>
    <p:sldLayoutId id="2147483787" r:id="rId16"/>
    <p:sldLayoutId id="2147483806" r:id="rId17"/>
    <p:sldLayoutId id="2147483780" r:id="rId18"/>
    <p:sldLayoutId id="2147483807" r:id="rId19"/>
    <p:sldLayoutId id="2147483751" r:id="rId20"/>
    <p:sldLayoutId id="2147483808" r:id="rId21"/>
    <p:sldLayoutId id="2147483782" r:id="rId22"/>
    <p:sldLayoutId id="2147483784" r:id="rId23"/>
    <p:sldLayoutId id="2147483783" r:id="rId24"/>
    <p:sldLayoutId id="2147483785" r:id="rId25"/>
    <p:sldLayoutId id="2147483792" r:id="rId26"/>
    <p:sldLayoutId id="2147483790" r:id="rId27"/>
    <p:sldLayoutId id="2147483793" r:id="rId28"/>
    <p:sldLayoutId id="2147483794" r:id="rId29"/>
    <p:sldLayoutId id="2147483795" r:id="rId30"/>
    <p:sldLayoutId id="2147483798" r:id="rId31"/>
    <p:sldLayoutId id="2147483813" r:id="rId32"/>
    <p:sldLayoutId id="2147483814" r:id="rId33"/>
    <p:sldLayoutId id="2147483815" r:id="rId34"/>
    <p:sldLayoutId id="2147483816" r:id="rId35"/>
    <p:sldLayoutId id="2147483817" r:id="rId36"/>
    <p:sldLayoutId id="2147483818" r:id="rId37"/>
    <p:sldLayoutId id="2147483819" r:id="rId38"/>
    <p:sldLayoutId id="2147483820" r:id="rId39"/>
    <p:sldLayoutId id="2147483821" r:id="rId40"/>
    <p:sldLayoutId id="2147483822" r:id="rId41"/>
    <p:sldLayoutId id="2147483757" r:id="rId42"/>
    <p:sldLayoutId id="2147483758" r:id="rId43"/>
    <p:sldLayoutId id="2147483763" r:id="rId44"/>
    <p:sldLayoutId id="2147483824" r:id="rId45"/>
    <p:sldLayoutId id="2147483826" r:id="rId4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5.xml"/><Relationship Id="rId4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6.xml"/><Relationship Id="rId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7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8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9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0.xml"/><Relationship Id="rId6" Type="http://schemas.openxmlformats.org/officeDocument/2006/relationships/hyperlink" Target="https://plotnine.org/" TargetMode="External"/><Relationship Id="rId5" Type="http://schemas.openxmlformats.org/officeDocument/2006/relationships/hyperlink" Target="https://ggplot2.tidyverse.org/" TargetMode="Externa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1.xml"/><Relationship Id="rId6" Type="http://schemas.openxmlformats.org/officeDocument/2006/relationships/hyperlink" Target="https://posit.cloud/" TargetMode="External"/><Relationship Id="rId5" Type="http://schemas.openxmlformats.org/officeDocument/2006/relationships/hyperlink" Target="https://posit.co/download/rstudio-desktop/" TargetMode="Externa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2.xml"/><Relationship Id="rId5" Type="http://schemas.openxmlformats.org/officeDocument/2006/relationships/hyperlink" Target="https://www.nzdr.ru/data/media/biblio/kolxoz/Cs/CsCg/Wilkinson%20L.%20The%20grammar%20of%20graphics%20(2ed.,%20Springer,%202005)(ISBN%200387245448)(O)(693s)_CsCg_.pdf" TargetMode="Externa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3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4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5.xml"/><Relationship Id="rId6" Type="http://schemas.openxmlformats.org/officeDocument/2006/relationships/hyperlink" Target="https://plotnine.org/gallery/" TargetMode="External"/><Relationship Id="rId5" Type="http://schemas.openxmlformats.org/officeDocument/2006/relationships/hyperlink" Target="https://ggplot2.tidyverse.org/reference/index.html" TargetMode="External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6.xml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7.xml"/><Relationship Id="rId6" Type="http://schemas.openxmlformats.org/officeDocument/2006/relationships/hyperlink" Target="https://plotnine.org/gallery/" TargetMode="External"/><Relationship Id="rId5" Type="http://schemas.openxmlformats.org/officeDocument/2006/relationships/hyperlink" Target="https://ggplot2.tidyverse.org/reference/index.html" TargetMode="External"/><Relationship Id="rId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D369280-2BFD-64A7-FAA7-127EFE40D4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5779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369280-2BFD-64A7-FAA7-127EFE40D4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67EBBF-7EBE-7DC2-DE09-BF873B7831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 err="1"/>
              <a:t>ggplot</a:t>
            </a:r>
            <a:r>
              <a:rPr lang="en-US" dirty="0"/>
              <a:t> and the Grammar of Graphics</a:t>
            </a:r>
          </a:p>
        </p:txBody>
      </p:sp>
    </p:spTree>
    <p:extLst>
      <p:ext uri="{BB962C8B-B14F-4D97-AF65-F5344CB8AC3E}">
        <p14:creationId xmlns:p14="http://schemas.microsoft.com/office/powerpoint/2010/main" val="4082113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C157285-79D9-E1FA-E74E-371F549B8CC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83505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157285-79D9-E1FA-E74E-371F549B8C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76CF9F6-ED9D-0E08-A5F6-FE5C9C63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Why Make Visuals in R or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11B23-4FC0-5F43-7F7A-B849B508821F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15D38-2130-1A64-2208-4B83A292D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 BI, Excel, or </a:t>
            </a:r>
            <a:r>
              <a:rPr lang="en-US" dirty="0" err="1"/>
              <a:t>thinkcell</a:t>
            </a:r>
            <a:r>
              <a:rPr lang="en-US" dirty="0"/>
              <a:t> provide tools to create visuals that are approachable and low-code</a:t>
            </a:r>
          </a:p>
          <a:p>
            <a:endParaRPr lang="en-US" dirty="0"/>
          </a:p>
          <a:p>
            <a:r>
              <a:rPr lang="en-US" dirty="0"/>
              <a:t>The big advantages of creating visuals through code are (1) reproducibility and (2) customization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43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8B732CC-4106-2658-43B4-452559D8D6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6431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B732CC-4106-2658-43B4-452559D8D6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67021D7-CECF-BE2C-96E5-C4360FD5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Reproducibility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A761E-9EBF-FBA8-AB05-1870CE7FC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b="1" dirty="0"/>
              <a:t>Scenario: </a:t>
            </a:r>
            <a:r>
              <a:rPr lang="en-US" sz="3000" dirty="0"/>
              <a:t>You have created 5-10 visuals for a project that is now being passed off to another data analyst. They will need to repeat the work with the next year of data.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What is required to prepare the new analyst to easily reproduce your visuals for each of these tools?</a:t>
            </a:r>
          </a:p>
          <a:p>
            <a:pPr lvl="1"/>
            <a:r>
              <a:rPr lang="en-US" sz="3000" dirty="0"/>
              <a:t>Power BI</a:t>
            </a:r>
          </a:p>
          <a:p>
            <a:pPr lvl="1"/>
            <a:r>
              <a:rPr lang="en-US" sz="3000" dirty="0"/>
              <a:t>Excel</a:t>
            </a:r>
          </a:p>
          <a:p>
            <a:pPr lvl="1"/>
            <a:r>
              <a:rPr lang="en-US" sz="3000" dirty="0" err="1"/>
              <a:t>thinkcell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60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A78D1EE-1216-DA66-B4D1-8127C31727C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202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78D1EE-1216-DA66-B4D1-8127C31727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73793AB-5ECD-22EC-9840-2622264F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Customization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7DACC-1BE0-0DD8-34B2-A03A083D0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b="1" dirty="0"/>
              <a:t>Scenario: </a:t>
            </a:r>
            <a:r>
              <a:rPr lang="en-US" sz="3000" dirty="0"/>
              <a:t>A slide deck with 10-15 visuals is presented to stakeholders. They request multiple edits, including different colors, graph types, and text labels to be added to certain visuals.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Which types of customization are simpler vs. more difficult for the following tools?</a:t>
            </a:r>
          </a:p>
          <a:p>
            <a:pPr lvl="1"/>
            <a:r>
              <a:rPr lang="en-US" sz="3000" dirty="0"/>
              <a:t>Power BI</a:t>
            </a:r>
          </a:p>
          <a:p>
            <a:pPr lvl="1"/>
            <a:r>
              <a:rPr lang="en-US" sz="3000" dirty="0"/>
              <a:t>Excel</a:t>
            </a:r>
          </a:p>
          <a:p>
            <a:pPr lvl="1"/>
            <a:r>
              <a:rPr lang="en-US" sz="3000" dirty="0" err="1"/>
              <a:t>thinkcell</a:t>
            </a:r>
            <a:endParaRPr lang="en-US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247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12EDDFC-5423-4DE4-28B5-1B8F471F2D7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244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2EDDFC-5423-4DE4-28B5-1B8F471F2D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58DA527-806F-4AD9-255E-D14AA601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 fontScale="90000"/>
          </a:bodyPr>
          <a:lstStyle/>
          <a:p>
            <a:r>
              <a:rPr lang="en-US" dirty="0"/>
              <a:t>Our Goal: Customized Visuals that are Easily Reproduced by Other Data Analysts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29FC7-FFFF-3C49-207A-5D9C71D2D9BF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2C370-8F57-EEFD-46EC-02AD37537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Visuals created in Python or R can be reproduced by anyone with the data source and the code</a:t>
            </a:r>
          </a:p>
          <a:p>
            <a:endParaRPr lang="en-US" dirty="0"/>
          </a:p>
          <a:p>
            <a:r>
              <a:rPr lang="en-US" dirty="0"/>
              <a:t>Edits to visuals require less manual work (if code is set up correctly)</a:t>
            </a:r>
          </a:p>
          <a:p>
            <a:endParaRPr lang="en-US" dirty="0"/>
          </a:p>
          <a:p>
            <a:r>
              <a:rPr lang="en-US" dirty="0"/>
              <a:t>Customizations are explicitly documented in the code and don’t need to be explained or documented for future analysts</a:t>
            </a:r>
          </a:p>
          <a:p>
            <a:endParaRPr lang="en-US" dirty="0"/>
          </a:p>
          <a:p>
            <a:r>
              <a:rPr lang="en-US" dirty="0"/>
              <a:t>More customization options are available through R and Python packages than through off the shelf tools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639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BB272EF-C10D-2454-6C8A-7335552349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5657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B272EF-C10D-2454-6C8A-7335552349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422D59C-F59F-A998-8E79-41DB9D6C0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Some Downsides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321D9-DAFC-C49F-5C2D-606A6CAC1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Generally, visuals created in R or Python are not interactive. If visuals need to be interactive, Power BI is preferable.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plotly</a:t>
            </a:r>
            <a:r>
              <a:rPr lang="en-US" dirty="0"/>
              <a:t> is a library for creating interactive visuals in both R and Python)</a:t>
            </a:r>
          </a:p>
          <a:p>
            <a:pPr lvl="1"/>
            <a:endParaRPr lang="en-US" dirty="0"/>
          </a:p>
          <a:p>
            <a:r>
              <a:rPr lang="en-US" dirty="0"/>
              <a:t>Visuals must be created, saved as images, then imported into slide decks or other deliverables. If direct editing in slide decks or spreadsheets is important, </a:t>
            </a:r>
            <a:r>
              <a:rPr lang="en-US" dirty="0" err="1"/>
              <a:t>thinkcell</a:t>
            </a:r>
            <a:r>
              <a:rPr lang="en-US" dirty="0"/>
              <a:t> or Excel is preferable (but be careful about the amount of manual work involved).</a:t>
            </a:r>
          </a:p>
          <a:p>
            <a:endParaRPr lang="en-US" dirty="0"/>
          </a:p>
          <a:p>
            <a:r>
              <a:rPr lang="en-US" dirty="0"/>
              <a:t>Finally, creating visuals in R or Python may be slower or more difficult without knowledge and experience. This training is a solution for this issue!</a:t>
            </a:r>
          </a:p>
        </p:txBody>
      </p:sp>
    </p:spTree>
    <p:extLst>
      <p:ext uri="{BB962C8B-B14F-4D97-AF65-F5344CB8AC3E}">
        <p14:creationId xmlns:p14="http://schemas.microsoft.com/office/powerpoint/2010/main" val="403057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F9877D2-B99D-E626-527A-37D4B1F256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0607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9877D2-B99D-E626-527A-37D4B1F25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A611378-33E2-34B3-6964-075A2144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ggplot2 and </a:t>
            </a:r>
            <a:r>
              <a:rPr lang="en-US" dirty="0" err="1"/>
              <a:t>plotnine</a:t>
            </a:r>
            <a:r>
              <a:rPr lang="en-US" dirty="0"/>
              <a:t> packages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D092AB-9818-8750-908A-85B1167F25AC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C21A2-85DE-0FC1-BC6E-EB8F51807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ggplot2: R package for graphing, part of the </a:t>
            </a:r>
            <a:r>
              <a:rPr lang="en-US" dirty="0" err="1"/>
              <a:t>tidyverse</a:t>
            </a:r>
            <a:r>
              <a:rPr lang="en-US" dirty="0"/>
              <a:t>, first released in 2007</a:t>
            </a:r>
          </a:p>
          <a:p>
            <a:pPr lvl="1"/>
            <a:r>
              <a:rPr lang="en-US" dirty="0">
                <a:hlinkClick r:id="rId5"/>
              </a:rPr>
              <a:t>Create Elegant Data </a:t>
            </a:r>
            <a:r>
              <a:rPr lang="en-US" dirty="0" err="1">
                <a:hlinkClick r:id="rId5"/>
              </a:rPr>
              <a:t>Visualisations</a:t>
            </a:r>
            <a:r>
              <a:rPr lang="en-US" dirty="0">
                <a:hlinkClick r:id="rId5"/>
              </a:rPr>
              <a:t> Using the Grammar of Graphics • ggplot2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 err="1"/>
              <a:t>plotnine</a:t>
            </a:r>
            <a:r>
              <a:rPr lang="en-US" dirty="0"/>
              <a:t>: Python package based on ggplot2 with a similar approach to building visuals</a:t>
            </a:r>
          </a:p>
          <a:p>
            <a:pPr lvl="1"/>
            <a:r>
              <a:rPr lang="en-US" dirty="0" err="1">
                <a:hlinkClick r:id="rId6"/>
              </a:rPr>
              <a:t>Plotnine</a:t>
            </a:r>
            <a:r>
              <a:rPr lang="en-US" dirty="0">
                <a:hlinkClick r:id="rId6"/>
              </a:rPr>
              <a:t> – </a:t>
            </a:r>
            <a:r>
              <a:rPr lang="en-US" dirty="0" err="1">
                <a:hlinkClick r:id="rId6"/>
              </a:rPr>
              <a:t>plotnine</a:t>
            </a:r>
            <a:r>
              <a:rPr lang="en-US" dirty="0">
                <a:hlinkClick r:id="rId6"/>
              </a:rPr>
              <a:t> 0.15.0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715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E8780B8-ADEA-B6E2-42D3-C58E27B0AD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45409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8780B8-ADEA-B6E2-42D3-C58E27B0AD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D8B442A-95A5-38AA-229F-ABC2CB13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Detailed Setup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BB34D-1069-2B51-BFA7-9271AC2E726A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6A791-D8EE-DF21-D275-FD3AF213C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1438585"/>
            <a:ext cx="11329490" cy="4972605"/>
          </a:xfrm>
        </p:spPr>
        <p:txBody>
          <a:bodyPr/>
          <a:lstStyle/>
          <a:p>
            <a:r>
              <a:rPr lang="en-US" dirty="0" err="1"/>
              <a:t>Rstudio</a:t>
            </a:r>
            <a:r>
              <a:rPr lang="en-US" dirty="0"/>
              <a:t> Desktop</a:t>
            </a:r>
          </a:p>
          <a:p>
            <a:pPr lvl="1"/>
            <a:r>
              <a:rPr lang="en-US" dirty="0"/>
              <a:t>Download: </a:t>
            </a:r>
            <a:r>
              <a:rPr lang="en-US" dirty="0">
                <a:hlinkClick r:id="rId5"/>
              </a:rPr>
              <a:t>RStudio Desktop – Posit</a:t>
            </a:r>
            <a:r>
              <a:rPr lang="en-US" dirty="0"/>
              <a:t> (requires IT ticket and admin login)</a:t>
            </a:r>
          </a:p>
          <a:p>
            <a:pPr lvl="1"/>
            <a:r>
              <a:rPr lang="en-US" dirty="0"/>
              <a:t>Install </a:t>
            </a:r>
            <a:r>
              <a:rPr lang="en-US" dirty="0" err="1"/>
              <a:t>tidyverse</a:t>
            </a:r>
            <a:endParaRPr lang="en-US" dirty="0"/>
          </a:p>
          <a:p>
            <a:pPr marL="45720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tidyverse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Posit Cloud</a:t>
            </a:r>
          </a:p>
          <a:p>
            <a:pPr lvl="1"/>
            <a:r>
              <a:rPr lang="en-US" dirty="0"/>
              <a:t>Create free account: </a:t>
            </a:r>
            <a:r>
              <a:rPr lang="en-US" dirty="0">
                <a:hlinkClick r:id="rId6"/>
              </a:rPr>
              <a:t>Posit Cloud</a:t>
            </a:r>
            <a:r>
              <a:rPr lang="en-US" dirty="0"/>
              <a:t> (select Cloud Free and use your TEA email address)</a:t>
            </a:r>
          </a:p>
          <a:p>
            <a:pPr lvl="1"/>
            <a:r>
              <a:rPr lang="en-US" dirty="0"/>
              <a:t>Install </a:t>
            </a:r>
            <a:r>
              <a:rPr lang="en-US" dirty="0" err="1"/>
              <a:t>tidyverse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tidyverse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Python/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lvl="1"/>
            <a:r>
              <a:rPr lang="en-US" dirty="0"/>
              <a:t>Download Anaconda (might require IT ticket?)</a:t>
            </a:r>
          </a:p>
          <a:p>
            <a:pPr lvl="1"/>
            <a:r>
              <a:rPr lang="en-US" dirty="0"/>
              <a:t>Install </a:t>
            </a:r>
            <a:r>
              <a:rPr lang="en-US" dirty="0" err="1"/>
              <a:t>plotnine</a:t>
            </a:r>
            <a:r>
              <a:rPr lang="en-US" dirty="0"/>
              <a:t> package</a:t>
            </a:r>
          </a:p>
          <a:p>
            <a:pPr marL="914400" lvl="2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!pip install 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plotnine</a:t>
            </a:r>
            <a:endParaRPr lang="en-US" sz="1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213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F1A53B0-8C07-7522-7B94-41E5B75181A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0671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1A53B0-8C07-7522-7B94-41E5B75181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679ED84-CD8B-DF99-4E75-C50CAEFA3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/>
              <a:t>The Grammar of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2501C-2933-500C-C49C-5EDF48807E88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664FC-C7C9-2420-70C7-E30A75F42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5"/>
              </a:rPr>
              <a:t>The Grammar of Graphics, Second Edition (Statistics and Computing)</a:t>
            </a:r>
            <a:endParaRPr lang="en-US" dirty="0"/>
          </a:p>
          <a:p>
            <a:pPr lvl="1"/>
            <a:r>
              <a:rPr lang="en-US" dirty="0"/>
              <a:t>Book by Leland Wilkinson, published in 2005, the inspiration for </a:t>
            </a:r>
            <a:r>
              <a:rPr lang="en-US" dirty="0" err="1"/>
              <a:t>ggplot’s</a:t>
            </a:r>
            <a:r>
              <a:rPr lang="en-US" dirty="0"/>
              <a:t> structure</a:t>
            </a:r>
          </a:p>
          <a:p>
            <a:pPr lvl="1"/>
            <a:endParaRPr lang="en-US" dirty="0"/>
          </a:p>
          <a:p>
            <a:r>
              <a:rPr lang="en-US" dirty="0"/>
              <a:t>“Grammar makes language expressive. A language consisting of words and no grammar (statement = word) expresses only as many ideas as there are words. By specifying how words are combined in statements, a grammar expands a language’s scope. This book is about grammatical rules for creating perceivable graphs, or what we call graphics. The grammar of graphics takes us beyond a limited set of charts (words) to an almost unlimited world of graphical forms (statement).”</a:t>
            </a:r>
          </a:p>
        </p:txBody>
      </p:sp>
    </p:spTree>
    <p:extLst>
      <p:ext uri="{BB962C8B-B14F-4D97-AF65-F5344CB8AC3E}">
        <p14:creationId xmlns:p14="http://schemas.microsoft.com/office/powerpoint/2010/main" val="1897466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65855C6-BB9E-C603-1A66-7D96E28728A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8537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5855C6-BB9E-C603-1A66-7D96E28728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1028BF5-1FF8-95C2-EFE5-38246917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How Do We Build a Visual? Layer by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898A1-070C-1218-ED20-83AB9E315FD9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0AF2AE-42B0-F5EB-B5BD-432FE9F1D68D}"/>
              </a:ext>
            </a:extLst>
          </p:cNvPr>
          <p:cNvSpPr/>
          <p:nvPr/>
        </p:nvSpPr>
        <p:spPr>
          <a:xfrm>
            <a:off x="1623527" y="2351314"/>
            <a:ext cx="1875453" cy="699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ggplot</a:t>
            </a:r>
            <a:r>
              <a:rPr lang="en-US" dirty="0"/>
              <a:t>()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ABD572-F875-7A77-4A24-2A6B6DBF6D4B}"/>
              </a:ext>
            </a:extLst>
          </p:cNvPr>
          <p:cNvSpPr/>
          <p:nvPr/>
        </p:nvSpPr>
        <p:spPr>
          <a:xfrm>
            <a:off x="4295192" y="2351314"/>
            <a:ext cx="2292220" cy="699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geom</a:t>
            </a:r>
            <a:r>
              <a:rPr lang="en-US" i="1" dirty="0" err="1"/>
              <a:t>_something</a:t>
            </a:r>
            <a:r>
              <a:rPr lang="en-US" dirty="0"/>
              <a:t>()</a:t>
            </a:r>
            <a:endParaRPr lang="en-US" i="1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BE9ADCA8-132F-7780-2578-C4F3070CB168}"/>
              </a:ext>
            </a:extLst>
          </p:cNvPr>
          <p:cNvSpPr/>
          <p:nvPr/>
        </p:nvSpPr>
        <p:spPr>
          <a:xfrm>
            <a:off x="3738466" y="2542591"/>
            <a:ext cx="317240" cy="317241"/>
          </a:xfrm>
          <a:prstGeom prst="plus">
            <a:avLst>
              <a:gd name="adj" fmla="val 455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E2C3362D-C339-5AC8-258D-EE9DA7E5484D}"/>
              </a:ext>
            </a:extLst>
          </p:cNvPr>
          <p:cNvSpPr/>
          <p:nvPr/>
        </p:nvSpPr>
        <p:spPr>
          <a:xfrm>
            <a:off x="6826898" y="2523930"/>
            <a:ext cx="317240" cy="317241"/>
          </a:xfrm>
          <a:prstGeom prst="plus">
            <a:avLst>
              <a:gd name="adj" fmla="val 455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B070BD-C755-18C2-C6E7-4A490F90B750}"/>
              </a:ext>
            </a:extLst>
          </p:cNvPr>
          <p:cNvSpPr/>
          <p:nvPr/>
        </p:nvSpPr>
        <p:spPr>
          <a:xfrm>
            <a:off x="1623527" y="3626480"/>
            <a:ext cx="2292220" cy="699796"/>
          </a:xfrm>
          <a:prstGeom prst="roundRect">
            <a:avLst/>
          </a:prstGeom>
          <a:solidFill>
            <a:srgbClr val="7042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geom</a:t>
            </a:r>
            <a:r>
              <a:rPr lang="en-US" i="1" dirty="0" err="1"/>
              <a:t>_something</a:t>
            </a:r>
            <a:r>
              <a:rPr lang="en-US" dirty="0"/>
              <a:t>()</a:t>
            </a:r>
            <a:endParaRPr lang="en-US" i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D68528-1F25-CDDE-13DC-00C2028EAA5A}"/>
              </a:ext>
            </a:extLst>
          </p:cNvPr>
          <p:cNvSpPr/>
          <p:nvPr/>
        </p:nvSpPr>
        <p:spPr>
          <a:xfrm>
            <a:off x="4668417" y="3626480"/>
            <a:ext cx="2292220" cy="699796"/>
          </a:xfrm>
          <a:prstGeom prst="roundRect">
            <a:avLst/>
          </a:prstGeom>
          <a:solidFill>
            <a:srgbClr val="7042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theme() or labs()</a:t>
            </a:r>
            <a:endParaRPr lang="en-US" i="1" dirty="0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82483C96-2AC8-F145-9745-E2BFD8435C85}"/>
              </a:ext>
            </a:extLst>
          </p:cNvPr>
          <p:cNvSpPr/>
          <p:nvPr/>
        </p:nvSpPr>
        <p:spPr>
          <a:xfrm>
            <a:off x="4133462" y="3837042"/>
            <a:ext cx="317240" cy="317241"/>
          </a:xfrm>
          <a:prstGeom prst="plus">
            <a:avLst>
              <a:gd name="adj" fmla="val 455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AEEA86EB-D2D7-0DCA-5A44-6F346D1B8275}"/>
              </a:ext>
            </a:extLst>
          </p:cNvPr>
          <p:cNvSpPr/>
          <p:nvPr/>
        </p:nvSpPr>
        <p:spPr>
          <a:xfrm>
            <a:off x="7187682" y="3817757"/>
            <a:ext cx="317240" cy="317241"/>
          </a:xfrm>
          <a:prstGeom prst="plus">
            <a:avLst>
              <a:gd name="adj" fmla="val 455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3EE0098-BC8F-808A-09F6-5D517D1480D8}"/>
              </a:ext>
            </a:extLst>
          </p:cNvPr>
          <p:cNvSpPr/>
          <p:nvPr/>
        </p:nvSpPr>
        <p:spPr>
          <a:xfrm>
            <a:off x="7731967" y="3626479"/>
            <a:ext cx="2292220" cy="699796"/>
          </a:xfrm>
          <a:prstGeom prst="roundRect">
            <a:avLst/>
          </a:prstGeom>
          <a:solidFill>
            <a:srgbClr val="7042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scale_x_continuous</a:t>
            </a:r>
            <a:r>
              <a:rPr lang="en-US" dirty="0"/>
              <a:t>()</a:t>
            </a:r>
            <a:endParaRPr lang="en-US" i="1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912C712-BE95-B3AB-CF77-1E471F0E2321}"/>
              </a:ext>
            </a:extLst>
          </p:cNvPr>
          <p:cNvSpPr/>
          <p:nvPr/>
        </p:nvSpPr>
        <p:spPr>
          <a:xfrm>
            <a:off x="1623527" y="4811116"/>
            <a:ext cx="2609460" cy="742209"/>
          </a:xfrm>
          <a:prstGeom prst="roundRect">
            <a:avLst/>
          </a:prstGeom>
          <a:solidFill>
            <a:srgbClr val="ECA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other_special_options</a:t>
            </a:r>
            <a:r>
              <a:rPr lang="en-US" i="1" dirty="0"/>
              <a:t>()</a:t>
            </a: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146D3A54-007B-A24F-364F-AB90E02F2098}"/>
              </a:ext>
            </a:extLst>
          </p:cNvPr>
          <p:cNvSpPr/>
          <p:nvPr/>
        </p:nvSpPr>
        <p:spPr>
          <a:xfrm>
            <a:off x="10251232" y="3772528"/>
            <a:ext cx="317240" cy="317241"/>
          </a:xfrm>
          <a:prstGeom prst="plus">
            <a:avLst>
              <a:gd name="adj" fmla="val 455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A11150-8A99-39E7-5219-8EDACCF32D62}"/>
              </a:ext>
            </a:extLst>
          </p:cNvPr>
          <p:cNvSpPr txBox="1"/>
          <p:nvPr/>
        </p:nvSpPr>
        <p:spPr>
          <a:xfrm>
            <a:off x="1623527" y="1290212"/>
            <a:ext cx="2528596" cy="369332"/>
          </a:xfrm>
          <a:prstGeom prst="rect">
            <a:avLst/>
          </a:prstGeom>
          <a:noFill/>
          <a:ln w="28575">
            <a:solidFill>
              <a:srgbClr val="0D6CB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Required to make a plot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15BD16-589B-7536-C136-4C508A10248B}"/>
              </a:ext>
            </a:extLst>
          </p:cNvPr>
          <p:cNvSpPr txBox="1"/>
          <p:nvPr/>
        </p:nvSpPr>
        <p:spPr>
          <a:xfrm>
            <a:off x="9105122" y="2762306"/>
            <a:ext cx="2292220" cy="646331"/>
          </a:xfrm>
          <a:prstGeom prst="rect">
            <a:avLst/>
          </a:prstGeom>
          <a:noFill/>
          <a:ln w="28575">
            <a:solidFill>
              <a:srgbClr val="0D6CB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More plot elements, labels, axes and scales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98AD37-EA7A-BC0C-7FBD-B89F0B9CAC1B}"/>
              </a:ext>
            </a:extLst>
          </p:cNvPr>
          <p:cNvSpPr txBox="1"/>
          <p:nvPr/>
        </p:nvSpPr>
        <p:spPr>
          <a:xfrm>
            <a:off x="6241402" y="5188677"/>
            <a:ext cx="2209799" cy="923330"/>
          </a:xfrm>
          <a:prstGeom prst="rect">
            <a:avLst/>
          </a:prstGeom>
          <a:noFill/>
          <a:ln w="28575">
            <a:solidFill>
              <a:srgbClr val="0D6CB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Keep going as long as you want for more special features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2D2792A0-9F8F-E441-0A2D-4E7EBE1641C2}"/>
              </a:ext>
            </a:extLst>
          </p:cNvPr>
          <p:cNvCxnSpPr>
            <a:stCxn id="24" idx="2"/>
            <a:endCxn id="13" idx="0"/>
          </p:cNvCxnSpPr>
          <p:nvPr/>
        </p:nvCxnSpPr>
        <p:spPr>
          <a:xfrm rot="5400000">
            <a:off x="2378655" y="1842144"/>
            <a:ext cx="691770" cy="32657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BCB2DA5C-DEA8-A046-7AB2-ACE32C6CF6BB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rot="16200000" flipH="1">
            <a:off x="3818678" y="728690"/>
            <a:ext cx="691770" cy="25534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531FAC49-ADE6-D6CE-64BA-9DCCC9FA3A05}"/>
              </a:ext>
            </a:extLst>
          </p:cNvPr>
          <p:cNvCxnSpPr>
            <a:cxnSpLocks/>
            <a:stCxn id="25" idx="1"/>
            <a:endCxn id="17" idx="0"/>
          </p:cNvCxnSpPr>
          <p:nvPr/>
        </p:nvCxnSpPr>
        <p:spPr>
          <a:xfrm rot="10800000" flipV="1">
            <a:off x="2769638" y="3085472"/>
            <a:ext cx="6335485" cy="54100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C6A091F2-19F6-7C6C-F0B7-7483AE5B835D}"/>
              </a:ext>
            </a:extLst>
          </p:cNvPr>
          <p:cNvCxnSpPr>
            <a:cxnSpLocks/>
            <a:stCxn id="25" idx="1"/>
            <a:endCxn id="18" idx="0"/>
          </p:cNvCxnSpPr>
          <p:nvPr/>
        </p:nvCxnSpPr>
        <p:spPr>
          <a:xfrm rot="10800000" flipV="1">
            <a:off x="5814528" y="3085472"/>
            <a:ext cx="3290595" cy="54100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DF8EF6A0-BDB2-D238-3648-61BB72CB12A7}"/>
              </a:ext>
            </a:extLst>
          </p:cNvPr>
          <p:cNvCxnSpPr>
            <a:cxnSpLocks/>
            <a:stCxn id="25" idx="1"/>
            <a:endCxn id="21" idx="0"/>
          </p:cNvCxnSpPr>
          <p:nvPr/>
        </p:nvCxnSpPr>
        <p:spPr>
          <a:xfrm rot="10800000" flipV="1">
            <a:off x="8878078" y="3085471"/>
            <a:ext cx="227045" cy="54100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854CEA9A-DD18-4BA3-8851-AEE19E8F90DC}"/>
              </a:ext>
            </a:extLst>
          </p:cNvPr>
          <p:cNvCxnSpPr>
            <a:cxnSpLocks/>
            <a:stCxn id="26" idx="1"/>
            <a:endCxn id="22" idx="3"/>
          </p:cNvCxnSpPr>
          <p:nvPr/>
        </p:nvCxnSpPr>
        <p:spPr>
          <a:xfrm rot="10800000">
            <a:off x="4232988" y="5182222"/>
            <a:ext cx="2008415" cy="4681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623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E01FE55-3506-A109-1800-0F02593545C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25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01FE55-3506-A109-1800-0F02593545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57DA00F-5BDE-D260-7533-F94B4664C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 fontScale="90000"/>
          </a:bodyPr>
          <a:lstStyle/>
          <a:p>
            <a:r>
              <a:rPr lang="en-US" dirty="0"/>
              <a:t>Aesthetic Mappings Communicate How to Go from Data to Visual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5A5C5-1B84-AE75-BE9E-001222F3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visual needs data! In </a:t>
            </a:r>
            <a:r>
              <a:rPr lang="en-US" dirty="0" err="1"/>
              <a:t>ggplot</a:t>
            </a:r>
            <a:r>
              <a:rPr lang="en-US" dirty="0"/>
              <a:t>, data and variables can be added in multiple places</a:t>
            </a:r>
          </a:p>
          <a:p>
            <a:endParaRPr lang="en-US" dirty="0"/>
          </a:p>
          <a:p>
            <a:r>
              <a:rPr lang="en-US" dirty="0"/>
              <a:t>The aesthetic mapping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) allows us to describe how variables in our data should be mapped to visual properties</a:t>
            </a:r>
          </a:p>
          <a:p>
            <a:endParaRPr lang="en-US" dirty="0"/>
          </a:p>
          <a:p>
            <a:r>
              <a:rPr lang="en-US" dirty="0"/>
              <a:t>Ex: A line plot with year on the x-axis and STAAR percent meets on the y-axis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Aesthetic mapping in </a:t>
            </a:r>
            <a:r>
              <a:rPr lang="en-US" dirty="0" err="1"/>
              <a:t>ggplot</a:t>
            </a:r>
            <a:endParaRPr lang="en-US" dirty="0"/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(data, mapping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year, y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percent_meets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 + geom_line()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Aesthetic mapping in </a:t>
            </a:r>
            <a:r>
              <a:rPr lang="en-US" dirty="0" err="1"/>
              <a:t>geom_</a:t>
            </a:r>
            <a:r>
              <a:rPr lang="en-US" i="1" dirty="0" err="1"/>
              <a:t>something</a:t>
            </a:r>
            <a:endParaRPr lang="en-US" i="1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(data) + geom_line(mapping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year, y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percent_meets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457200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283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630EC44-AA50-9AAC-33F1-83357E68A0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32981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30EC44-AA50-9AAC-33F1-83357E68A0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1F2D5B4-CAC6-A45C-74A8-7AEB3840E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Types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_”</a:t>
            </a:r>
            <a:r>
              <a:rPr lang="en-US" dirty="0"/>
              <a:t> Layers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C1A0B-BA02-8367-17F4-4029C5814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geom_point: scatterplot, draws data as points from x and y variables</a:t>
            </a:r>
          </a:p>
          <a:p>
            <a:r>
              <a:rPr lang="en-US" dirty="0" err="1"/>
              <a:t>geom_line</a:t>
            </a:r>
            <a:r>
              <a:rPr lang="en-US" dirty="0"/>
              <a:t>: line graph, draws a line from x and y variables</a:t>
            </a:r>
          </a:p>
          <a:p>
            <a:r>
              <a:rPr lang="en-US" dirty="0" err="1"/>
              <a:t>geom_histogram</a:t>
            </a:r>
            <a:r>
              <a:rPr lang="en-US" dirty="0"/>
              <a:t>: histogram from x variable</a:t>
            </a:r>
          </a:p>
          <a:p>
            <a:r>
              <a:rPr lang="en-US" dirty="0" err="1"/>
              <a:t>geom_bar</a:t>
            </a:r>
            <a:r>
              <a:rPr lang="en-US" dirty="0"/>
              <a:t>/</a:t>
            </a:r>
            <a:r>
              <a:rPr lang="en-US" dirty="0" err="1"/>
              <a:t>geom_col</a:t>
            </a:r>
            <a:r>
              <a:rPr lang="en-US" dirty="0"/>
              <a:t>: different types of bar graphs</a:t>
            </a:r>
          </a:p>
          <a:p>
            <a:r>
              <a:rPr lang="en-US" dirty="0" err="1"/>
              <a:t>geom_abline</a:t>
            </a:r>
            <a:r>
              <a:rPr lang="en-US" dirty="0"/>
              <a:t>/</a:t>
            </a:r>
            <a:r>
              <a:rPr lang="en-US" dirty="0" err="1"/>
              <a:t>geom_hline</a:t>
            </a:r>
            <a:r>
              <a:rPr lang="en-US" dirty="0"/>
              <a:t>/</a:t>
            </a:r>
            <a:r>
              <a:rPr lang="en-US" dirty="0" err="1"/>
              <a:t>geom_vline</a:t>
            </a:r>
            <a:r>
              <a:rPr lang="en-US" dirty="0"/>
              <a:t>: diagonal, horizontal, and vertical lines</a:t>
            </a:r>
          </a:p>
          <a:p>
            <a:r>
              <a:rPr lang="en-US" dirty="0" err="1"/>
              <a:t>geom_smooth</a:t>
            </a:r>
            <a:r>
              <a:rPr lang="en-US" dirty="0"/>
              <a:t>: add smoothed line with multiple options for smoothing method (linear regression, </a:t>
            </a:r>
            <a:r>
              <a:rPr lang="en-US" dirty="0" err="1"/>
              <a:t>glm</a:t>
            </a:r>
            <a:r>
              <a:rPr lang="en-US" dirty="0"/>
              <a:t>, gam, loess)</a:t>
            </a:r>
          </a:p>
          <a:p>
            <a:r>
              <a:rPr lang="en-US" dirty="0" err="1"/>
              <a:t>geom_boxplot</a:t>
            </a:r>
            <a:r>
              <a:rPr lang="en-US" dirty="0"/>
              <a:t>/</a:t>
            </a:r>
            <a:r>
              <a:rPr lang="en-US" dirty="0" err="1"/>
              <a:t>geom_dotplot</a:t>
            </a:r>
            <a:r>
              <a:rPr lang="en-US" dirty="0"/>
              <a:t>: boxplots or </a:t>
            </a:r>
            <a:r>
              <a:rPr lang="en-US" dirty="0" err="1"/>
              <a:t>dotplots</a:t>
            </a:r>
            <a:endParaRPr lang="en-US" dirty="0"/>
          </a:p>
          <a:p>
            <a:r>
              <a:rPr lang="en-US" dirty="0"/>
              <a:t>geom_polygon: add polygon shapes</a:t>
            </a:r>
          </a:p>
          <a:p>
            <a:r>
              <a:rPr lang="en-US" dirty="0"/>
              <a:t>geom_bin_2d: 2-dimensional heatmap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More listed here: </a:t>
            </a:r>
            <a:r>
              <a:rPr lang="en-US" dirty="0">
                <a:hlinkClick r:id="rId5"/>
              </a:rPr>
              <a:t>Package index • ggplot2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Gallery – </a:t>
            </a:r>
            <a:r>
              <a:rPr lang="en-US" dirty="0" err="1">
                <a:hlinkClick r:id="rId6"/>
              </a:rPr>
              <a:t>plotnine</a:t>
            </a:r>
            <a:r>
              <a:rPr lang="en-US" dirty="0">
                <a:hlinkClick r:id="rId6"/>
              </a:rPr>
              <a:t> 0.15.2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972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DCB9E0F-3740-4D12-E212-D3098F0ED79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664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CB9E0F-3740-4D12-E212-D3098F0ED7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C8DF982-3D0A-C087-CB09-E3C5919B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Anscombe’s Quartet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6A8E4-EA7F-3777-96E7-7B1EC374B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Anscombe’s Quartet is a set of 4 data sets created by Francis Anscombe in 1973 to illustrate the importance of graphing data</a:t>
            </a:r>
          </a:p>
          <a:p>
            <a:r>
              <a:rPr lang="en-US" dirty="0"/>
              <a:t>The data sets have identical descriptive statistics, but very different graphs</a:t>
            </a:r>
          </a:p>
          <a:p>
            <a:endParaRPr lang="en-US" dirty="0"/>
          </a:p>
          <a:p>
            <a:r>
              <a:rPr lang="en-US" dirty="0"/>
              <a:t>Import data sets</a:t>
            </a:r>
          </a:p>
          <a:p>
            <a:pPr lvl="1"/>
            <a:r>
              <a:rPr lang="en-US" dirty="0"/>
              <a:t>R: </a:t>
            </a:r>
            <a:r>
              <a:rPr lang="en-US" dirty="0" err="1"/>
              <a:t>install.packages</a:t>
            </a:r>
            <a:r>
              <a:rPr lang="en-US" dirty="0"/>
              <a:t>(“quartets”), library(quartets)</a:t>
            </a:r>
          </a:p>
          <a:p>
            <a:pPr lvl="1"/>
            <a:r>
              <a:rPr lang="en-US" dirty="0"/>
              <a:t>Python: from </a:t>
            </a:r>
            <a:r>
              <a:rPr lang="en-US" dirty="0" err="1"/>
              <a:t>plotnine.data</a:t>
            </a:r>
            <a:r>
              <a:rPr lang="en-US" dirty="0"/>
              <a:t> import </a:t>
            </a:r>
            <a:r>
              <a:rPr lang="en-US" dirty="0" err="1"/>
              <a:t>anscombe_quartet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We’ll create a scatterplot of all the data, then separate the graphs by data set</a:t>
            </a:r>
          </a:p>
        </p:txBody>
      </p:sp>
    </p:spTree>
    <p:extLst>
      <p:ext uri="{BB962C8B-B14F-4D97-AF65-F5344CB8AC3E}">
        <p14:creationId xmlns:p14="http://schemas.microsoft.com/office/powerpoint/2010/main" val="3592200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2F88915-A173-0ACC-0FB5-D3C826AB3C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6825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9A75DC9-58F0-BAF8-9E6A-4AE666FA9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Homework: Create Your Own Visual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5C16C-C817-9FD2-8392-723DF444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Assignment: create a new visual using ggplot2 or </a:t>
            </a:r>
            <a:r>
              <a:rPr lang="en-US" dirty="0" err="1"/>
              <a:t>plotnine</a:t>
            </a:r>
            <a:r>
              <a:rPr lang="en-US" dirty="0"/>
              <a:t> to share in the next PD session (02/04)</a:t>
            </a:r>
          </a:p>
          <a:p>
            <a:endParaRPr lang="en-US" dirty="0"/>
          </a:p>
          <a:p>
            <a:r>
              <a:rPr lang="en-US" dirty="0"/>
              <a:t>Some ideas for visuals:</a:t>
            </a:r>
          </a:p>
          <a:p>
            <a:pPr lvl="1"/>
            <a:r>
              <a:rPr lang="en-US" dirty="0"/>
              <a:t>Recreate a graph from your work, adding customizations or features to make the takeaways more clear</a:t>
            </a:r>
          </a:p>
          <a:p>
            <a:pPr lvl="1"/>
            <a:r>
              <a:rPr lang="en-US" dirty="0"/>
              <a:t>Recreate graphs from your work, using the package features to make the process simpler or easier to reproduce</a:t>
            </a:r>
          </a:p>
          <a:p>
            <a:pPr lvl="1"/>
            <a:r>
              <a:rPr lang="en-US" dirty="0"/>
              <a:t>Explore the gallery of types of visuals (</a:t>
            </a:r>
            <a:r>
              <a:rPr lang="en-US" dirty="0">
                <a:hlinkClick r:id="rId5"/>
              </a:rPr>
              <a:t>Package index • ggplot2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Gallery – </a:t>
            </a:r>
            <a:r>
              <a:rPr lang="en-US" dirty="0" err="1">
                <a:hlinkClick r:id="rId6"/>
              </a:rPr>
              <a:t>plotnine</a:t>
            </a:r>
            <a:r>
              <a:rPr lang="en-US" dirty="0">
                <a:hlinkClick r:id="rId6"/>
              </a:rPr>
              <a:t> 0.15.2</a:t>
            </a:r>
            <a:r>
              <a:rPr lang="en-US" dirty="0"/>
              <a:t>) and try out one we didn’t cover</a:t>
            </a:r>
          </a:p>
          <a:p>
            <a:pPr lvl="1"/>
            <a:r>
              <a:rPr lang="en-US" dirty="0"/>
              <a:t>Try adding features we didn’t cover to create a more clear story</a:t>
            </a:r>
          </a:p>
          <a:p>
            <a:pPr lvl="2"/>
            <a:r>
              <a:rPr lang="en-US" dirty="0"/>
              <a:t>Ex: text boxes inside the visual, zooming in or out on the x- or y-axis, choosing specific colors or opacity in bar graphs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9164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62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1.00000000000000000000E+00&quot;&gt;&lt;m_msothmcolidx val=&quot;0&quot;/&gt;&lt;m_rgb r=&quot;2E&quot; g=&quot;9F&quot; b=&quot;2B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TEA New">
      <a:dk1>
        <a:sysClr val="windowText" lastClr="000000"/>
      </a:dk1>
      <a:lt1>
        <a:sysClr val="window" lastClr="FFFFFF"/>
      </a:lt1>
      <a:dk2>
        <a:srgbClr val="005786"/>
      </a:dk2>
      <a:lt2>
        <a:srgbClr val="D8D8D8"/>
      </a:lt2>
      <a:accent1>
        <a:srgbClr val="0D6CB9"/>
      </a:accent1>
      <a:accent2>
        <a:srgbClr val="F16038"/>
      </a:accent2>
      <a:accent3>
        <a:srgbClr val="DA3E26"/>
      </a:accent3>
      <a:accent4>
        <a:srgbClr val="70417F"/>
      </a:accent4>
      <a:accent5>
        <a:srgbClr val="363534"/>
      </a:accent5>
      <a:accent6>
        <a:srgbClr val="00486E"/>
      </a:accent6>
      <a:hlink>
        <a:srgbClr val="1682C5"/>
      </a:hlink>
      <a:folHlink>
        <a:srgbClr val="F0603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 TEA Template" id="{DDCEC4FC-D85E-4B40-B40A-1D0C74533DDB}" vid="{B74FD606-C41B-4134-BB9C-42A1A7C0FE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DE9FF7DD783645B0356953406FF300" ma:contentTypeVersion="13" ma:contentTypeDescription="Create a new document." ma:contentTypeScope="" ma:versionID="23314726fa03d12f6e0ab202b4990644">
  <xsd:schema xmlns:xsd="http://www.w3.org/2001/XMLSchema" xmlns:xs="http://www.w3.org/2001/XMLSchema" xmlns:p="http://schemas.microsoft.com/office/2006/metadata/properties" xmlns:ns2="17ad0721-24bc-4efd-a663-50a5116860f0" xmlns:ns3="e71b4a6e-04aa-446a-86bc-01960ca68683" targetNamespace="http://schemas.microsoft.com/office/2006/metadata/properties" ma:root="true" ma:fieldsID="af66dca9845b66082e2d8682648ae673" ns2:_="" ns3:_="">
    <xsd:import namespace="17ad0721-24bc-4efd-a663-50a5116860f0"/>
    <xsd:import namespace="e71b4a6e-04aa-446a-86bc-01960ca686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ad0721-24bc-4efd-a663-50a5116860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b4a6e-04aa-446a-86bc-01960ca6868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38415F-CA52-4AC6-B74C-FE95CEB90D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D48CF2-1219-4741-A1AE-7F59311613CA}">
  <ds:schemaRefs>
    <ds:schemaRef ds:uri="17ad0721-24bc-4efd-a663-50a5116860f0"/>
    <ds:schemaRef ds:uri="e71b4a6e-04aa-446a-86bc-01960ca686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19692CD-7339-4E15-8B85-65EB8EAE7D52}">
  <ds:schemaRefs>
    <ds:schemaRef ds:uri="http://purl.org/dc/elements/1.1/"/>
    <ds:schemaRef ds:uri="http://schemas.openxmlformats.org/package/2006/metadata/core-properties"/>
    <ds:schemaRef ds:uri="e71b4a6e-04aa-446a-86bc-01960ca68683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17ad0721-24bc-4efd-a663-50a5116860f0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Custom TEA Template</Template>
  <TotalTime>14652</TotalTime>
  <Words>1129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Courier New</vt:lpstr>
      <vt:lpstr>Open Sans (Headings)</vt:lpstr>
      <vt:lpstr>Open Sans Light</vt:lpstr>
      <vt:lpstr>Open Sans Semibold</vt:lpstr>
      <vt:lpstr>Wingdings</vt:lpstr>
      <vt:lpstr>2_Office Theme</vt:lpstr>
      <vt:lpstr>think-cell Slide</vt:lpstr>
      <vt:lpstr>ggplot and the Grammar of Graphics</vt:lpstr>
      <vt:lpstr>Why Make Visuals in R or Python?</vt:lpstr>
      <vt:lpstr>Reproducibility</vt:lpstr>
      <vt:lpstr>Customization</vt:lpstr>
      <vt:lpstr>Our Goal: Customized Visuals that are Easily Reproduced by Other Data Analysts</vt:lpstr>
      <vt:lpstr>Some Downsides</vt:lpstr>
      <vt:lpstr>ggplot2 and plotnine packages</vt:lpstr>
      <vt:lpstr>Detailed Setup Instructions</vt:lpstr>
      <vt:lpstr>The Grammar of Graphics</vt:lpstr>
      <vt:lpstr>How Do We Build a Visual? Layer by Layer</vt:lpstr>
      <vt:lpstr>Aesthetic Mappings Communicate How to Go from Data to Visual</vt:lpstr>
      <vt:lpstr>Types of ”geom_” Layers</vt:lpstr>
      <vt:lpstr>Anscombe’s Quartet Example</vt:lpstr>
      <vt:lpstr>Homework: Create Your Own Visual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Russell, Brittany</dc:creator>
  <cp:lastModifiedBy>Russell, Brittany</cp:lastModifiedBy>
  <cp:revision>5</cp:revision>
  <dcterms:created xsi:type="dcterms:W3CDTF">2025-09-12T16:23:53Z</dcterms:created>
  <dcterms:modified xsi:type="dcterms:W3CDTF">2026-01-13T17:30:38Z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0x0101001DDE9FF7DD783645B0356953406FF300</vt:lpwstr>
  </property>
</Properties>
</file>